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55" r:id="rId4"/>
  </p:sldMasterIdLst>
  <p:notesMasterIdLst>
    <p:notesMasterId r:id="rId18"/>
  </p:notesMasterIdLst>
  <p:sldIdLst>
    <p:sldId id="282" r:id="rId5"/>
    <p:sldId id="296" r:id="rId6"/>
    <p:sldId id="295" r:id="rId7"/>
    <p:sldId id="303" r:id="rId8"/>
    <p:sldId id="281" r:id="rId9"/>
    <p:sldId id="257" r:id="rId10"/>
    <p:sldId id="284" r:id="rId11"/>
    <p:sldId id="286" r:id="rId12"/>
    <p:sldId id="287" r:id="rId13"/>
    <p:sldId id="293" r:id="rId14"/>
    <p:sldId id="304" r:id="rId15"/>
    <p:sldId id="294" r:id="rId16"/>
    <p:sldId id="279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8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0F71FD-652D-B318-3532-F9D91AFEE464}" v="53" dt="2025-09-17T11:43:46.788"/>
    <p1510:client id="{B0A069DC-4D63-6DFF-64D1-357BBE5133B2}" v="500" dt="2025-09-19T06:11:57.981"/>
    <p1510:client id="{D45D078E-1278-AB01-2127-FA100D222592}" v="3" dt="2025-09-17T12:33:45.188"/>
  </p1510:revLst>
</p1510:revInfo>
</file>

<file path=ppt/tableStyles.xml><?xml version="1.0" encoding="utf-8"?>
<a:tblStyleLst xmlns:a="http://schemas.openxmlformats.org/drawingml/2006/main" def="{FAF8FCC5-4FDF-4A60-B72E-4E0162955330}">
  <a:tblStyle styleId="{FAF8FCC5-4FDF-4A60-B72E-4E01629553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68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ishek Kumar" userId="S::abishek.kumar@relevantz.com::7c265475-e175-41a9-aca9-6d70f6004be1" providerId="AD" clId="Web-{B0A069DC-4D63-6DFF-64D1-357BBE5133B2}"/>
    <pc:docChg chg="addSld delSld modSld">
      <pc:chgData name="Abishek Kumar" userId="S::abishek.kumar@relevantz.com::7c265475-e175-41a9-aca9-6d70f6004be1" providerId="AD" clId="Web-{B0A069DC-4D63-6DFF-64D1-357BBE5133B2}" dt="2025-09-19T06:11:57.981" v="384" actId="14100"/>
      <pc:docMkLst>
        <pc:docMk/>
      </pc:docMkLst>
      <pc:sldChg chg="addSp delSp modSp">
        <pc:chgData name="Abishek Kumar" userId="S::abishek.kumar@relevantz.com::7c265475-e175-41a9-aca9-6d70f6004be1" providerId="AD" clId="Web-{B0A069DC-4D63-6DFF-64D1-357BBE5133B2}" dt="2025-09-19T05:39:26.759" v="297"/>
        <pc:sldMkLst>
          <pc:docMk/>
          <pc:sldMk cId="0" sldId="257"/>
        </pc:sldMkLst>
        <pc:spChg chg="mod">
          <ac:chgData name="Abishek Kumar" userId="S::abishek.kumar@relevantz.com::7c265475-e175-41a9-aca9-6d70f6004be1" providerId="AD" clId="Web-{B0A069DC-4D63-6DFF-64D1-357BBE5133B2}" dt="2025-09-19T05:22:36.391" v="122" actId="20577"/>
          <ac:spMkLst>
            <pc:docMk/>
            <pc:sldMk cId="0" sldId="257"/>
            <ac:spMk id="2" creationId="{D8CD9F66-2E49-A026-1E0F-0F81311F301A}"/>
          </ac:spMkLst>
        </pc:spChg>
        <pc:spChg chg="add del mod">
          <ac:chgData name="Abishek Kumar" userId="S::abishek.kumar@relevantz.com::7c265475-e175-41a9-aca9-6d70f6004be1" providerId="AD" clId="Web-{B0A069DC-4D63-6DFF-64D1-357BBE5133B2}" dt="2025-09-19T05:24:35.816" v="141" actId="1076"/>
          <ac:spMkLst>
            <pc:docMk/>
            <pc:sldMk cId="0" sldId="257"/>
            <ac:spMk id="3" creationId="{B554B687-B34B-6FD9-1689-4DA2E1E4655B}"/>
          </ac:spMkLst>
        </pc:spChg>
        <pc:spChg chg="add del">
          <ac:chgData name="Abishek Kumar" userId="S::abishek.kumar@relevantz.com::7c265475-e175-41a9-aca9-6d70f6004be1" providerId="AD" clId="Web-{B0A069DC-4D63-6DFF-64D1-357BBE5133B2}" dt="2025-09-19T05:24:12.941" v="135"/>
          <ac:spMkLst>
            <pc:docMk/>
            <pc:sldMk cId="0" sldId="257"/>
            <ac:spMk id="6" creationId="{FF3EB0FF-2694-8652-C460-668ACC41C0FB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22:46.220" v="123" actId="20577"/>
          <ac:spMkLst>
            <pc:docMk/>
            <pc:sldMk cId="0" sldId="257"/>
            <ac:spMk id="12" creationId="{DA28CEA1-2429-B081-DE72-AFFF9832FA54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23:23.830" v="128" actId="1076"/>
          <ac:spMkLst>
            <pc:docMk/>
            <pc:sldMk cId="0" sldId="257"/>
            <ac:spMk id="13" creationId="{90EE9C4E-799A-8365-1004-A80BC7A8B318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24:03.628" v="129" actId="1076"/>
          <ac:spMkLst>
            <pc:docMk/>
            <pc:sldMk cId="0" sldId="257"/>
            <ac:spMk id="14" creationId="{429C50D1-19F7-30EE-0C3C-992049E7F315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24:05.597" v="134" actId="1076"/>
          <ac:spMkLst>
            <pc:docMk/>
            <pc:sldMk cId="0" sldId="257"/>
            <ac:spMk id="15" creationId="{1465D250-1CC1-AB75-C506-4D7D345CDEBF}"/>
          </ac:spMkLst>
        </pc:spChg>
        <pc:picChg chg="add del">
          <ac:chgData name="Abishek Kumar" userId="S::abishek.kumar@relevantz.com::7c265475-e175-41a9-aca9-6d70f6004be1" providerId="AD" clId="Web-{B0A069DC-4D63-6DFF-64D1-357BBE5133B2}" dt="2025-09-19T05:39:26.759" v="297"/>
          <ac:picMkLst>
            <pc:docMk/>
            <pc:sldMk cId="0" sldId="257"/>
            <ac:picMk id="4" creationId="{711ADB26-ED44-488A-4874-04C78D3F514F}"/>
          </ac:picMkLst>
        </pc:picChg>
      </pc:sldChg>
      <pc:sldChg chg="addSp delSp modSp">
        <pc:chgData name="Abishek Kumar" userId="S::abishek.kumar@relevantz.com::7c265475-e175-41a9-aca9-6d70f6004be1" providerId="AD" clId="Web-{B0A069DC-4D63-6DFF-64D1-357BBE5133B2}" dt="2025-09-19T05:39:10.650" v="295" actId="1076"/>
        <pc:sldMkLst>
          <pc:docMk/>
          <pc:sldMk cId="134882253" sldId="281"/>
        </pc:sldMkLst>
        <pc:spChg chg="mod">
          <ac:chgData name="Abishek Kumar" userId="S::abishek.kumar@relevantz.com::7c265475-e175-41a9-aca9-6d70f6004be1" providerId="AD" clId="Web-{B0A069DC-4D63-6DFF-64D1-357BBE5133B2}" dt="2025-09-19T05:18:21.616" v="51" actId="20577"/>
          <ac:spMkLst>
            <pc:docMk/>
            <pc:sldMk cId="134882253" sldId="281"/>
            <ac:spMk id="8" creationId="{E391C4E7-C53C-AA6E-3D17-9B661502CFE1}"/>
          </ac:spMkLst>
        </pc:spChg>
        <pc:spChg chg="mod ord">
          <ac:chgData name="Abishek Kumar" userId="S::abishek.kumar@relevantz.com::7c265475-e175-41a9-aca9-6d70f6004be1" providerId="AD" clId="Web-{B0A069DC-4D63-6DFF-64D1-357BBE5133B2}" dt="2025-09-19T05:38:46.603" v="289" actId="1076"/>
          <ac:spMkLst>
            <pc:docMk/>
            <pc:sldMk cId="134882253" sldId="281"/>
            <ac:spMk id="29" creationId="{F595C6C3-69B1-8BD1-DD63-A8FB00336D3E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38:54.571" v="290" actId="1076"/>
          <ac:spMkLst>
            <pc:docMk/>
            <pc:sldMk cId="134882253" sldId="281"/>
            <ac:spMk id="30" creationId="{FAC29779-122E-4E7F-D4D0-FD6EE5C29CCC}"/>
          </ac:spMkLst>
        </pc:spChg>
        <pc:spChg chg="mod ord">
          <ac:chgData name="Abishek Kumar" userId="S::abishek.kumar@relevantz.com::7c265475-e175-41a9-aca9-6d70f6004be1" providerId="AD" clId="Web-{B0A069DC-4D63-6DFF-64D1-357BBE5133B2}" dt="2025-09-19T05:38:33.228" v="286"/>
          <ac:spMkLst>
            <pc:docMk/>
            <pc:sldMk cId="134882253" sldId="281"/>
            <ac:spMk id="31" creationId="{1C58F0C3-6104-E881-D0AE-DB3352F19F34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39:10.650" v="295" actId="1076"/>
          <ac:spMkLst>
            <pc:docMk/>
            <pc:sldMk cId="134882253" sldId="281"/>
            <ac:spMk id="32" creationId="{5B1C404B-33B3-6999-B9B5-0DD5D83598AE}"/>
          </ac:spMkLst>
        </pc:spChg>
        <pc:picChg chg="del">
          <ac:chgData name="Abishek Kumar" userId="S::abishek.kumar@relevantz.com::7c265475-e175-41a9-aca9-6d70f6004be1" providerId="AD" clId="Web-{B0A069DC-4D63-6DFF-64D1-357BBE5133B2}" dt="2025-09-19T05:37:41.165" v="283"/>
          <ac:picMkLst>
            <pc:docMk/>
            <pc:sldMk cId="134882253" sldId="281"/>
            <ac:picMk id="2" creationId="{7E39FC99-4160-587C-B8D6-2C75CD0883F9}"/>
          </ac:picMkLst>
        </pc:picChg>
        <pc:picChg chg="add mod">
          <ac:chgData name="Abishek Kumar" userId="S::abishek.kumar@relevantz.com::7c265475-e175-41a9-aca9-6d70f6004be1" providerId="AD" clId="Web-{B0A069DC-4D63-6DFF-64D1-357BBE5133B2}" dt="2025-09-19T05:38:09.681" v="284"/>
          <ac:picMkLst>
            <pc:docMk/>
            <pc:sldMk cId="134882253" sldId="281"/>
            <ac:picMk id="3" creationId="{C5C70C50-02F0-03A8-44D0-71ED12CB83A8}"/>
          </ac:picMkLst>
        </pc:picChg>
      </pc:sldChg>
      <pc:sldChg chg="modSp">
        <pc:chgData name="Abishek Kumar" userId="S::abishek.kumar@relevantz.com::7c265475-e175-41a9-aca9-6d70f6004be1" providerId="AD" clId="Web-{B0A069DC-4D63-6DFF-64D1-357BBE5133B2}" dt="2025-09-19T05:16:06.752" v="8" actId="20577"/>
        <pc:sldMkLst>
          <pc:docMk/>
          <pc:sldMk cId="785531938" sldId="282"/>
        </pc:sldMkLst>
        <pc:spChg chg="mod">
          <ac:chgData name="Abishek Kumar" userId="S::abishek.kumar@relevantz.com::7c265475-e175-41a9-aca9-6d70f6004be1" providerId="AD" clId="Web-{B0A069DC-4D63-6DFF-64D1-357BBE5133B2}" dt="2025-09-19T05:16:06.752" v="8" actId="20577"/>
          <ac:spMkLst>
            <pc:docMk/>
            <pc:sldMk cId="785531938" sldId="282"/>
            <ac:spMk id="2" creationId="{0C560E1C-DEA5-906C-2995-14F06B46A0E6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16:02.346" v="7" actId="20577"/>
          <ac:spMkLst>
            <pc:docMk/>
            <pc:sldMk cId="785531938" sldId="282"/>
            <ac:spMk id="3" creationId="{55D72067-5E70-0204-9BF6-687ACDF0A992}"/>
          </ac:spMkLst>
        </pc:spChg>
      </pc:sldChg>
      <pc:sldChg chg="addSp delSp modSp">
        <pc:chgData name="Abishek Kumar" userId="S::abishek.kumar@relevantz.com::7c265475-e175-41a9-aca9-6d70f6004be1" providerId="AD" clId="Web-{B0A069DC-4D63-6DFF-64D1-357BBE5133B2}" dt="2025-09-19T05:56:19.388" v="329" actId="1076"/>
        <pc:sldMkLst>
          <pc:docMk/>
          <pc:sldMk cId="373435572" sldId="284"/>
        </pc:sldMkLst>
        <pc:spChg chg="mod">
          <ac:chgData name="Abishek Kumar" userId="S::abishek.kumar@relevantz.com::7c265475-e175-41a9-aca9-6d70f6004be1" providerId="AD" clId="Web-{B0A069DC-4D63-6DFF-64D1-357BBE5133B2}" dt="2025-09-19T05:39:46.884" v="301" actId="20577"/>
          <ac:spMkLst>
            <pc:docMk/>
            <pc:sldMk cId="373435572" sldId="284"/>
            <ac:spMk id="4" creationId="{43C01305-1BE1-BEB8-4D89-5F1C85AFA51B}"/>
          </ac:spMkLst>
        </pc:spChg>
        <pc:picChg chg="del">
          <ac:chgData name="Abishek Kumar" userId="S::abishek.kumar@relevantz.com::7c265475-e175-41a9-aca9-6d70f6004be1" providerId="AD" clId="Web-{B0A069DC-4D63-6DFF-64D1-357BBE5133B2}" dt="2025-09-19T05:53:30.384" v="302"/>
          <ac:picMkLst>
            <pc:docMk/>
            <pc:sldMk cId="373435572" sldId="284"/>
            <ac:picMk id="3" creationId="{F81CDA5D-F0FC-A60F-90AE-DD9C4B49A946}"/>
          </ac:picMkLst>
        </pc:picChg>
        <pc:picChg chg="del">
          <ac:chgData name="Abishek Kumar" userId="S::abishek.kumar@relevantz.com::7c265475-e175-41a9-aca9-6d70f6004be1" providerId="AD" clId="Web-{B0A069DC-4D63-6DFF-64D1-357BBE5133B2}" dt="2025-09-19T05:53:50.900" v="308"/>
          <ac:picMkLst>
            <pc:docMk/>
            <pc:sldMk cId="373435572" sldId="284"/>
            <ac:picMk id="5" creationId="{C3708BF5-A107-27D9-0B8B-78D2235D4270}"/>
          </ac:picMkLst>
        </pc:picChg>
        <pc:picChg chg="del">
          <ac:chgData name="Abishek Kumar" userId="S::abishek.kumar@relevantz.com::7c265475-e175-41a9-aca9-6d70f6004be1" providerId="AD" clId="Web-{B0A069DC-4D63-6DFF-64D1-357BBE5133B2}" dt="2025-09-19T05:53:52.588" v="309"/>
          <ac:picMkLst>
            <pc:docMk/>
            <pc:sldMk cId="373435572" sldId="284"/>
            <ac:picMk id="6" creationId="{9FDD1E01-B108-9A83-C846-1CAF37F53D64}"/>
          </ac:picMkLst>
        </pc:picChg>
        <pc:picChg chg="add mod">
          <ac:chgData name="Abishek Kumar" userId="S::abishek.kumar@relevantz.com::7c265475-e175-41a9-aca9-6d70f6004be1" providerId="AD" clId="Web-{B0A069DC-4D63-6DFF-64D1-357BBE5133B2}" dt="2025-09-19T05:53:49.400" v="307" actId="1076"/>
          <ac:picMkLst>
            <pc:docMk/>
            <pc:sldMk cId="373435572" sldId="284"/>
            <ac:picMk id="7" creationId="{7AB4A44B-9005-8F35-E2C7-DD7A2C8CFEBB}"/>
          </ac:picMkLst>
        </pc:picChg>
        <pc:picChg chg="add mod">
          <ac:chgData name="Abishek Kumar" userId="S::abishek.kumar@relevantz.com::7c265475-e175-41a9-aca9-6d70f6004be1" providerId="AD" clId="Web-{B0A069DC-4D63-6DFF-64D1-357BBE5133B2}" dt="2025-09-19T05:56:01.434" v="325" actId="14100"/>
          <ac:picMkLst>
            <pc:docMk/>
            <pc:sldMk cId="373435572" sldId="284"/>
            <ac:picMk id="8" creationId="{01C93F77-C484-5C18-5298-B6CF9D6286B4}"/>
          </ac:picMkLst>
        </pc:picChg>
        <pc:picChg chg="add mod">
          <ac:chgData name="Abishek Kumar" userId="S::abishek.kumar@relevantz.com::7c265475-e175-41a9-aca9-6d70f6004be1" providerId="AD" clId="Web-{B0A069DC-4D63-6DFF-64D1-357BBE5133B2}" dt="2025-09-19T05:56:09.075" v="327" actId="1076"/>
          <ac:picMkLst>
            <pc:docMk/>
            <pc:sldMk cId="373435572" sldId="284"/>
            <ac:picMk id="9" creationId="{7A00E07C-F1EE-572C-AB0E-F9879871CD05}"/>
          </ac:picMkLst>
        </pc:picChg>
        <pc:picChg chg="add mod">
          <ac:chgData name="Abishek Kumar" userId="S::abishek.kumar@relevantz.com::7c265475-e175-41a9-aca9-6d70f6004be1" providerId="AD" clId="Web-{B0A069DC-4D63-6DFF-64D1-357BBE5133B2}" dt="2025-09-19T05:56:19.388" v="329" actId="1076"/>
          <ac:picMkLst>
            <pc:docMk/>
            <pc:sldMk cId="373435572" sldId="284"/>
            <ac:picMk id="10" creationId="{B2142764-59CB-B798-9DFA-067BB729BD96}"/>
          </ac:picMkLst>
        </pc:picChg>
      </pc:sldChg>
      <pc:sldChg chg="addSp delSp modSp">
        <pc:chgData name="Abishek Kumar" userId="S::abishek.kumar@relevantz.com::7c265475-e175-41a9-aca9-6d70f6004be1" providerId="AD" clId="Web-{B0A069DC-4D63-6DFF-64D1-357BBE5133B2}" dt="2025-09-19T05:57:09.264" v="336" actId="1076"/>
        <pc:sldMkLst>
          <pc:docMk/>
          <pc:sldMk cId="3918375648" sldId="286"/>
        </pc:sldMkLst>
        <pc:spChg chg="mod">
          <ac:chgData name="Abishek Kumar" userId="S::abishek.kumar@relevantz.com::7c265475-e175-41a9-aca9-6d70f6004be1" providerId="AD" clId="Web-{B0A069DC-4D63-6DFF-64D1-357BBE5133B2}" dt="2025-09-19T05:26:10.316" v="156" actId="20577"/>
          <ac:spMkLst>
            <pc:docMk/>
            <pc:sldMk cId="3918375648" sldId="286"/>
            <ac:spMk id="2" creationId="{69CC5060-0E2F-2741-C756-C91FF9832E8C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27:00.555" v="165" actId="20577"/>
          <ac:spMkLst>
            <pc:docMk/>
            <pc:sldMk cId="3918375648" sldId="286"/>
            <ac:spMk id="4" creationId="{596EBE43-A4B1-D426-D904-438CA6BF828D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26:47.304" v="162" actId="20577"/>
          <ac:spMkLst>
            <pc:docMk/>
            <pc:sldMk cId="3918375648" sldId="286"/>
            <ac:spMk id="7" creationId="{86E8D713-530C-F842-0969-0BD968601F26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26:38.772" v="160" actId="20577"/>
          <ac:spMkLst>
            <pc:docMk/>
            <pc:sldMk cId="3918375648" sldId="286"/>
            <ac:spMk id="8" creationId="{3C21DEF1-633D-49C8-F5FE-5DCFA9CAB14F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26:59.305" v="164" actId="20577"/>
          <ac:spMkLst>
            <pc:docMk/>
            <pc:sldMk cId="3918375648" sldId="286"/>
            <ac:spMk id="9" creationId="{EEB48BF1-A53F-2D43-003B-ED0AA4F88915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26:29.178" v="158" actId="20577"/>
          <ac:spMkLst>
            <pc:docMk/>
            <pc:sldMk cId="3918375648" sldId="286"/>
            <ac:spMk id="10" creationId="{B7C657D7-7CD4-1E37-A058-D8EDC18D30F0}"/>
          </ac:spMkLst>
        </pc:spChg>
        <pc:picChg chg="add mod">
          <ac:chgData name="Abishek Kumar" userId="S::abishek.kumar@relevantz.com::7c265475-e175-41a9-aca9-6d70f6004be1" providerId="AD" clId="Web-{B0A069DC-4D63-6DFF-64D1-357BBE5133B2}" dt="2025-09-19T05:57:09.264" v="336" actId="1076"/>
          <ac:picMkLst>
            <pc:docMk/>
            <pc:sldMk cId="3918375648" sldId="286"/>
            <ac:picMk id="3" creationId="{89A83EDA-C727-23D6-74B0-6B230B5EE89E}"/>
          </ac:picMkLst>
        </pc:picChg>
        <pc:picChg chg="del">
          <ac:chgData name="Abishek Kumar" userId="S::abishek.kumar@relevantz.com::7c265475-e175-41a9-aca9-6d70f6004be1" providerId="AD" clId="Web-{B0A069DC-4D63-6DFF-64D1-357BBE5133B2}" dt="2025-09-19T05:56:23.810" v="330"/>
          <ac:picMkLst>
            <pc:docMk/>
            <pc:sldMk cId="3918375648" sldId="286"/>
            <ac:picMk id="6" creationId="{088995CD-AE93-96C6-531C-519A7E87347C}"/>
          </ac:picMkLst>
        </pc:picChg>
      </pc:sldChg>
      <pc:sldChg chg="addSp delSp modSp">
        <pc:chgData name="Abishek Kumar" userId="S::abishek.kumar@relevantz.com::7c265475-e175-41a9-aca9-6d70f6004be1" providerId="AD" clId="Web-{B0A069DC-4D63-6DFF-64D1-357BBE5133B2}" dt="2025-09-19T05:59:25.453" v="352" actId="20577"/>
        <pc:sldMkLst>
          <pc:docMk/>
          <pc:sldMk cId="3850687017" sldId="287"/>
        </pc:sldMkLst>
        <pc:spChg chg="mod">
          <ac:chgData name="Abishek Kumar" userId="S::abishek.kumar@relevantz.com::7c265475-e175-41a9-aca9-6d70f6004be1" providerId="AD" clId="Web-{B0A069DC-4D63-6DFF-64D1-357BBE5133B2}" dt="2025-09-19T05:27:17.994" v="175" actId="20577"/>
          <ac:spMkLst>
            <pc:docMk/>
            <pc:sldMk cId="3850687017" sldId="287"/>
            <ac:spMk id="2" creationId="{52862C63-2EBE-0AB8-120E-0A550C96C5F7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27:57.262" v="179" actId="20577"/>
          <ac:spMkLst>
            <pc:docMk/>
            <pc:sldMk cId="3850687017" sldId="287"/>
            <ac:spMk id="4" creationId="{2F7413EF-5060-25B4-E7AF-17D5C385EAA4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28:05.903" v="181" actId="20577"/>
          <ac:spMkLst>
            <pc:docMk/>
            <pc:sldMk cId="3850687017" sldId="287"/>
            <ac:spMk id="5" creationId="{90D4E112-875E-FDBC-E904-A9C87316B85F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28:14.560" v="183" actId="20577"/>
          <ac:spMkLst>
            <pc:docMk/>
            <pc:sldMk cId="3850687017" sldId="287"/>
            <ac:spMk id="7" creationId="{7BB295B9-1C6A-BF23-2121-EEB74CC29666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59:25.453" v="352" actId="20577"/>
          <ac:spMkLst>
            <pc:docMk/>
            <pc:sldMk cId="3850687017" sldId="287"/>
            <ac:spMk id="8" creationId="{0327AE51-7382-E11D-CE6E-E6B1D0EECE54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27:46.090" v="177" actId="20577"/>
          <ac:spMkLst>
            <pc:docMk/>
            <pc:sldMk cId="3850687017" sldId="287"/>
            <ac:spMk id="24" creationId="{407BDEDC-C8DF-A7D1-C9B9-D07934DF99D3}"/>
          </ac:spMkLst>
        </pc:spChg>
        <pc:picChg chg="add mod">
          <ac:chgData name="Abishek Kumar" userId="S::abishek.kumar@relevantz.com::7c265475-e175-41a9-aca9-6d70f6004be1" providerId="AD" clId="Web-{B0A069DC-4D63-6DFF-64D1-357BBE5133B2}" dt="2025-09-19T05:59:17.594" v="350" actId="1076"/>
          <ac:picMkLst>
            <pc:docMk/>
            <pc:sldMk cId="3850687017" sldId="287"/>
            <ac:picMk id="3" creationId="{0438EA31-D0FE-ED6A-D2CE-85A185FDA54D}"/>
          </ac:picMkLst>
        </pc:picChg>
        <pc:picChg chg="del">
          <ac:chgData name="Abishek Kumar" userId="S::abishek.kumar@relevantz.com::7c265475-e175-41a9-aca9-6d70f6004be1" providerId="AD" clId="Web-{B0A069DC-4D63-6DFF-64D1-357BBE5133B2}" dt="2025-09-19T05:57:16.295" v="337"/>
          <ac:picMkLst>
            <pc:docMk/>
            <pc:sldMk cId="3850687017" sldId="287"/>
            <ac:picMk id="6" creationId="{AF08225D-6B94-396E-3861-5C06B1039492}"/>
          </ac:picMkLst>
        </pc:picChg>
        <pc:picChg chg="del">
          <ac:chgData name="Abishek Kumar" userId="S::abishek.kumar@relevantz.com::7c265475-e175-41a9-aca9-6d70f6004be1" providerId="AD" clId="Web-{B0A069DC-4D63-6DFF-64D1-357BBE5133B2}" dt="2025-09-19T05:57:17.936" v="338"/>
          <ac:picMkLst>
            <pc:docMk/>
            <pc:sldMk cId="3850687017" sldId="287"/>
            <ac:picMk id="9" creationId="{9CC0BDCF-0AB5-9AE7-A248-CEA95B0C577A}"/>
          </ac:picMkLst>
        </pc:picChg>
        <pc:picChg chg="add mod">
          <ac:chgData name="Abishek Kumar" userId="S::abishek.kumar@relevantz.com::7c265475-e175-41a9-aca9-6d70f6004be1" providerId="AD" clId="Web-{B0A069DC-4D63-6DFF-64D1-357BBE5133B2}" dt="2025-09-19T05:59:22.266" v="351" actId="14100"/>
          <ac:picMkLst>
            <pc:docMk/>
            <pc:sldMk cId="3850687017" sldId="287"/>
            <ac:picMk id="10" creationId="{F1B45BC8-4772-1888-CC59-5BF2C079D6B4}"/>
          </ac:picMkLst>
        </pc:picChg>
      </pc:sldChg>
      <pc:sldChg chg="modSp">
        <pc:chgData name="Abishek Kumar" userId="S::abishek.kumar@relevantz.com::7c265475-e175-41a9-aca9-6d70f6004be1" providerId="AD" clId="Web-{B0A069DC-4D63-6DFF-64D1-357BBE5133B2}" dt="2025-09-19T05:33:02.850" v="255" actId="20577"/>
        <pc:sldMkLst>
          <pc:docMk/>
          <pc:sldMk cId="2020906926" sldId="293"/>
        </pc:sldMkLst>
        <pc:spChg chg="mod">
          <ac:chgData name="Abishek Kumar" userId="S::abishek.kumar@relevantz.com::7c265475-e175-41a9-aca9-6d70f6004be1" providerId="AD" clId="Web-{B0A069DC-4D63-6DFF-64D1-357BBE5133B2}" dt="2025-09-19T05:33:02.850" v="255" actId="20577"/>
          <ac:spMkLst>
            <pc:docMk/>
            <pc:sldMk cId="2020906926" sldId="293"/>
            <ac:spMk id="3" creationId="{90238A0B-1C1C-F6F1-C4BB-6F99D59145F2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29:39.658" v="197" actId="20577"/>
          <ac:spMkLst>
            <pc:docMk/>
            <pc:sldMk cId="2020906926" sldId="293"/>
            <ac:spMk id="4" creationId="{F1DD659A-C80E-AB39-9504-405146D0F37A}"/>
          </ac:spMkLst>
        </pc:spChg>
      </pc:sldChg>
      <pc:sldChg chg="addSp delSp modSp">
        <pc:chgData name="Abishek Kumar" userId="S::abishek.kumar@relevantz.com::7c265475-e175-41a9-aca9-6d70f6004be1" providerId="AD" clId="Web-{B0A069DC-4D63-6DFF-64D1-357BBE5133B2}" dt="2025-09-19T05:35:46.242" v="280" actId="1076"/>
        <pc:sldMkLst>
          <pc:docMk/>
          <pc:sldMk cId="3396293414" sldId="295"/>
        </pc:sldMkLst>
        <pc:spChg chg="mod">
          <ac:chgData name="Abishek Kumar" userId="S::abishek.kumar@relevantz.com::7c265475-e175-41a9-aca9-6d70f6004be1" providerId="AD" clId="Web-{B0A069DC-4D63-6DFF-64D1-357BBE5133B2}" dt="2025-09-19T05:17:56.037" v="46" actId="20577"/>
          <ac:spMkLst>
            <pc:docMk/>
            <pc:sldMk cId="3396293414" sldId="295"/>
            <ac:spMk id="3" creationId="{BE9382C3-1136-06E4-64E5-0B3335AD41B3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16:37.300" v="13" actId="20577"/>
          <ac:spMkLst>
            <pc:docMk/>
            <pc:sldMk cId="3396293414" sldId="295"/>
            <ac:spMk id="4" creationId="{0851BE6B-51C4-C18F-40AE-711C5549D625}"/>
          </ac:spMkLst>
        </pc:spChg>
        <pc:picChg chg="del">
          <ac:chgData name="Abishek Kumar" userId="S::abishek.kumar@relevantz.com::7c265475-e175-41a9-aca9-6d70f6004be1" providerId="AD" clId="Web-{B0A069DC-4D63-6DFF-64D1-357BBE5133B2}" dt="2025-09-19T05:34:59.336" v="277"/>
          <ac:picMkLst>
            <pc:docMk/>
            <pc:sldMk cId="3396293414" sldId="295"/>
            <ac:picMk id="2" creationId="{46B44765-DF26-ADAA-6058-548CC06AD80F}"/>
          </ac:picMkLst>
        </pc:picChg>
        <pc:picChg chg="add mod">
          <ac:chgData name="Abishek Kumar" userId="S::abishek.kumar@relevantz.com::7c265475-e175-41a9-aca9-6d70f6004be1" providerId="AD" clId="Web-{B0A069DC-4D63-6DFF-64D1-357BBE5133B2}" dt="2025-09-19T05:35:46.242" v="280" actId="1076"/>
          <ac:picMkLst>
            <pc:docMk/>
            <pc:sldMk cId="3396293414" sldId="295"/>
            <ac:picMk id="6" creationId="{8DB6916F-447D-9B32-4C9E-F29547D57955}"/>
          </ac:picMkLst>
        </pc:picChg>
      </pc:sldChg>
      <pc:sldChg chg="modSp">
        <pc:chgData name="Abishek Kumar" userId="S::abishek.kumar@relevantz.com::7c265475-e175-41a9-aca9-6d70f6004be1" providerId="AD" clId="Web-{B0A069DC-4D63-6DFF-64D1-357BBE5133B2}" dt="2025-09-19T06:02:32.018" v="376" actId="20577"/>
        <pc:sldMkLst>
          <pc:docMk/>
          <pc:sldMk cId="2638637802" sldId="296"/>
        </pc:sldMkLst>
        <pc:spChg chg="mod">
          <ac:chgData name="Abishek Kumar" userId="S::abishek.kumar@relevantz.com::7c265475-e175-41a9-aca9-6d70f6004be1" providerId="AD" clId="Web-{B0A069DC-4D63-6DFF-64D1-357BBE5133B2}" dt="2025-09-19T06:02:32.018" v="376" actId="20577"/>
          <ac:spMkLst>
            <pc:docMk/>
            <pc:sldMk cId="2638637802" sldId="296"/>
            <ac:spMk id="2" creationId="{5D60F755-216F-97BA-BC75-6336E062DE0F}"/>
          </ac:spMkLst>
        </pc:spChg>
      </pc:sldChg>
      <pc:sldChg chg="del">
        <pc:chgData name="Abishek Kumar" userId="S::abishek.kumar@relevantz.com::7c265475-e175-41a9-aca9-6d70f6004be1" providerId="AD" clId="Web-{B0A069DC-4D63-6DFF-64D1-357BBE5133B2}" dt="2025-09-19T06:01:56.471" v="353"/>
        <pc:sldMkLst>
          <pc:docMk/>
          <pc:sldMk cId="3096444755" sldId="297"/>
        </pc:sldMkLst>
      </pc:sldChg>
      <pc:sldChg chg="del">
        <pc:chgData name="Abishek Kumar" userId="S::abishek.kumar@relevantz.com::7c265475-e175-41a9-aca9-6d70f6004be1" providerId="AD" clId="Web-{B0A069DC-4D63-6DFF-64D1-357BBE5133B2}" dt="2025-09-19T06:02:01.190" v="355"/>
        <pc:sldMkLst>
          <pc:docMk/>
          <pc:sldMk cId="1035981262" sldId="298"/>
        </pc:sldMkLst>
      </pc:sldChg>
      <pc:sldChg chg="del">
        <pc:chgData name="Abishek Kumar" userId="S::abishek.kumar@relevantz.com::7c265475-e175-41a9-aca9-6d70f6004be1" providerId="AD" clId="Web-{B0A069DC-4D63-6DFF-64D1-357BBE5133B2}" dt="2025-09-19T06:02:02.205" v="356"/>
        <pc:sldMkLst>
          <pc:docMk/>
          <pc:sldMk cId="2212772780" sldId="300"/>
        </pc:sldMkLst>
      </pc:sldChg>
      <pc:sldChg chg="del">
        <pc:chgData name="Abishek Kumar" userId="S::abishek.kumar@relevantz.com::7c265475-e175-41a9-aca9-6d70f6004be1" providerId="AD" clId="Web-{B0A069DC-4D63-6DFF-64D1-357BBE5133B2}" dt="2025-09-19T06:02:03.221" v="357"/>
        <pc:sldMkLst>
          <pc:docMk/>
          <pc:sldMk cId="3101310792" sldId="301"/>
        </pc:sldMkLst>
      </pc:sldChg>
      <pc:sldChg chg="del">
        <pc:chgData name="Abishek Kumar" userId="S::abishek.kumar@relevantz.com::7c265475-e175-41a9-aca9-6d70f6004be1" providerId="AD" clId="Web-{B0A069DC-4D63-6DFF-64D1-357BBE5133B2}" dt="2025-09-19T06:01:59.455" v="354"/>
        <pc:sldMkLst>
          <pc:docMk/>
          <pc:sldMk cId="927951453" sldId="302"/>
        </pc:sldMkLst>
      </pc:sldChg>
      <pc:sldChg chg="addSp modSp new">
        <pc:chgData name="Abishek Kumar" userId="S::abishek.kumar@relevantz.com::7c265475-e175-41a9-aca9-6d70f6004be1" providerId="AD" clId="Web-{B0A069DC-4D63-6DFF-64D1-357BBE5133B2}" dt="2025-09-19T05:37:33.962" v="282" actId="1076"/>
        <pc:sldMkLst>
          <pc:docMk/>
          <pc:sldMk cId="3770532280" sldId="303"/>
        </pc:sldMkLst>
        <pc:spChg chg="mod">
          <ac:chgData name="Abishek Kumar" userId="S::abishek.kumar@relevantz.com::7c265475-e175-41a9-aca9-6d70f6004be1" providerId="AD" clId="Web-{B0A069DC-4D63-6DFF-64D1-357BBE5133B2}" dt="2025-09-19T05:20:33.306" v="84" actId="1076"/>
          <ac:spMkLst>
            <pc:docMk/>
            <pc:sldMk cId="3770532280" sldId="303"/>
            <ac:spMk id="2" creationId="{0C1112BA-186D-E0A9-FF75-4366023EF35D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21:10.372" v="98" actId="20577"/>
          <ac:spMkLst>
            <pc:docMk/>
            <pc:sldMk cId="3770532280" sldId="303"/>
            <ac:spMk id="3" creationId="{BF533B47-C3A5-D01E-7874-2C79DBD99158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20:04.821" v="78" actId="20577"/>
          <ac:spMkLst>
            <pc:docMk/>
            <pc:sldMk cId="3770532280" sldId="303"/>
            <ac:spMk id="4" creationId="{88C9FD10-B85F-918D-CA4A-24EAFB887C11}"/>
          </ac:spMkLst>
        </pc:spChg>
        <pc:picChg chg="add mod">
          <ac:chgData name="Abishek Kumar" userId="S::abishek.kumar@relevantz.com::7c265475-e175-41a9-aca9-6d70f6004be1" providerId="AD" clId="Web-{B0A069DC-4D63-6DFF-64D1-357BBE5133B2}" dt="2025-09-19T05:37:33.962" v="282" actId="1076"/>
          <ac:picMkLst>
            <pc:docMk/>
            <pc:sldMk cId="3770532280" sldId="303"/>
            <ac:picMk id="6" creationId="{01A80720-8CFD-76BC-61E7-331A781D538C}"/>
          </ac:picMkLst>
        </pc:picChg>
      </pc:sldChg>
      <pc:sldChg chg="addSp delSp modSp new">
        <pc:chgData name="Abishek Kumar" userId="S::abishek.kumar@relevantz.com::7c265475-e175-41a9-aca9-6d70f6004be1" providerId="AD" clId="Web-{B0A069DC-4D63-6DFF-64D1-357BBE5133B2}" dt="2025-09-19T06:11:57.981" v="384" actId="14100"/>
        <pc:sldMkLst>
          <pc:docMk/>
          <pc:sldMk cId="4278631137" sldId="304"/>
        </pc:sldMkLst>
        <pc:spChg chg="del">
          <ac:chgData name="Abishek Kumar" userId="S::abishek.kumar@relevantz.com::7c265475-e175-41a9-aca9-6d70f6004be1" providerId="AD" clId="Web-{B0A069DC-4D63-6DFF-64D1-357BBE5133B2}" dt="2025-09-19T05:34:34.976" v="276"/>
          <ac:spMkLst>
            <pc:docMk/>
            <pc:sldMk cId="4278631137" sldId="304"/>
            <ac:spMk id="2" creationId="{E8B24623-0AC0-ABBD-AB56-4C2AEC0C2088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34:30.679" v="275" actId="20577"/>
          <ac:spMkLst>
            <pc:docMk/>
            <pc:sldMk cId="4278631137" sldId="304"/>
            <ac:spMk id="3" creationId="{22EEA829-ED78-F1F8-B6D1-5F1A97F23B4B}"/>
          </ac:spMkLst>
        </pc:spChg>
        <pc:spChg chg="mod">
          <ac:chgData name="Abishek Kumar" userId="S::abishek.kumar@relevantz.com::7c265475-e175-41a9-aca9-6d70f6004be1" providerId="AD" clId="Web-{B0A069DC-4D63-6DFF-64D1-357BBE5133B2}" dt="2025-09-19T05:33:27.304" v="261" actId="20577"/>
          <ac:spMkLst>
            <pc:docMk/>
            <pc:sldMk cId="4278631137" sldId="304"/>
            <ac:spMk id="4" creationId="{07259495-6381-71B0-5FC5-E2D58503B23B}"/>
          </ac:spMkLst>
        </pc:spChg>
        <pc:picChg chg="add del mod">
          <ac:chgData name="Abishek Kumar" userId="S::abishek.kumar@relevantz.com::7c265475-e175-41a9-aca9-6d70f6004be1" providerId="AD" clId="Web-{B0A069DC-4D63-6DFF-64D1-357BBE5133B2}" dt="2025-09-19T06:11:23.588" v="379"/>
          <ac:picMkLst>
            <pc:docMk/>
            <pc:sldMk cId="4278631137" sldId="304"/>
            <ac:picMk id="6" creationId="{5295BA0B-CCE3-D9B3-9221-BE725A999741}"/>
          </ac:picMkLst>
        </pc:picChg>
        <pc:picChg chg="add mod">
          <ac:chgData name="Abishek Kumar" userId="S::abishek.kumar@relevantz.com::7c265475-e175-41a9-aca9-6d70f6004be1" providerId="AD" clId="Web-{B0A069DC-4D63-6DFF-64D1-357BBE5133B2}" dt="2025-09-19T06:11:57.981" v="384" actId="14100"/>
          <ac:picMkLst>
            <pc:docMk/>
            <pc:sldMk cId="4278631137" sldId="304"/>
            <ac:picMk id="7" creationId="{F135556A-9432-81D8-3794-1B9D7EF902E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1aa32a186c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1aa32a186c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3bca8f19a_0_5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f3bca8f19a_0_5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11f6ba1f106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11f6ba1f106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levantz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hyperlink" Target="https://www.linkedin.com/company/relevantz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line heading cover slide - White BG">
  <p:cSld name="Title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title"/>
          </p:nvPr>
        </p:nvSpPr>
        <p:spPr>
          <a:xfrm>
            <a:off x="3613500" y="1606150"/>
            <a:ext cx="5073300" cy="13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Proxima Nova"/>
              <a:buNone/>
              <a:defRPr sz="4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Font typeface="Proxima Nova"/>
              <a:buNone/>
              <a:defRPr sz="4000" b="1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8" name="Google Shape;8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201" y="495088"/>
            <a:ext cx="1774800" cy="41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3651850" y="3111025"/>
            <a:ext cx="5034900" cy="3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None/>
              <a:defRPr sz="18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/>
          <p:nvPr/>
        </p:nvSpPr>
        <p:spPr>
          <a:xfrm>
            <a:off x="4289176" y="4549638"/>
            <a:ext cx="4428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© 2025 Relevantz Technology Services, Inc. All rights reserved.</a:t>
            </a:r>
            <a:endParaRPr sz="800">
              <a:solidFill>
                <a:schemeClr val="accent1"/>
              </a:solidFill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40811"/>
            <a:ext cx="3184312" cy="3702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" userDrawn="1">
  <p:cSld name="Single column text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29;p5">
            <a:extLst>
              <a:ext uri="{FF2B5EF4-FFF2-40B4-BE49-F238E27FC236}">
                <a16:creationId xmlns:a16="http://schemas.microsoft.com/office/drawing/2014/main" id="{3464EB81-D24D-43E3-B341-0D082C7DB1C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" y="964700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30;p5">
            <a:extLst>
              <a:ext uri="{FF2B5EF4-FFF2-40B4-BE49-F238E27FC236}">
                <a16:creationId xmlns:a16="http://schemas.microsoft.com/office/drawing/2014/main" id="{013D9549-FDEF-4363-A012-04365AD2F56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7200" y="1293950"/>
            <a:ext cx="81983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2880">
              <a:spcBef>
                <a:spcPts val="0"/>
              </a:spcBef>
              <a:spcAft>
                <a:spcPts val="300"/>
              </a:spcAft>
              <a:buSzPts val="14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1" name="Google Shape;33;p5">
            <a:extLst>
              <a:ext uri="{FF2B5EF4-FFF2-40B4-BE49-F238E27FC236}">
                <a16:creationId xmlns:a16="http://schemas.microsoft.com/office/drawing/2014/main" id="{911A31A9-6433-420F-92AE-802D91A62CB2}"/>
              </a:ext>
            </a:extLst>
          </p:cNvPr>
          <p:cNvSpPr txBox="1"/>
          <p:nvPr userDrawn="1"/>
        </p:nvSpPr>
        <p:spPr>
          <a:xfrm>
            <a:off x="3781329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99999"/>
                </a:solidFill>
                <a:highlight>
                  <a:srgbClr val="FFFFFF"/>
                </a:highlight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For Internal Use Only</a:t>
            </a:r>
            <a:endParaRPr sz="800">
              <a:solidFill>
                <a:srgbClr val="999999"/>
              </a:solidFill>
              <a:highlight>
                <a:srgbClr val="FFFFFF"/>
              </a:highlight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sp>
        <p:nvSpPr>
          <p:cNvPr id="12" name="Google Shape;35;p5">
            <a:extLst>
              <a:ext uri="{FF2B5EF4-FFF2-40B4-BE49-F238E27FC236}">
                <a16:creationId xmlns:a16="http://schemas.microsoft.com/office/drawing/2014/main" id="{9DECB815-5315-4373-98D8-85EC6D77AE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319"/>
            <a:ext cx="8217300" cy="639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152;p22">
            <a:extLst>
              <a:ext uri="{FF2B5EF4-FFF2-40B4-BE49-F238E27FC236}">
                <a16:creationId xmlns:a16="http://schemas.microsoft.com/office/drawing/2014/main" id="{DD64DBBC-9D49-4852-A580-FE30730C39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3909" y="4731900"/>
            <a:ext cx="463905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uble coulmn" userDrawn="1">
  <p:cSld name="Two column text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25;p4">
            <a:extLst>
              <a:ext uri="{FF2B5EF4-FFF2-40B4-BE49-F238E27FC236}">
                <a16:creationId xmlns:a16="http://schemas.microsoft.com/office/drawing/2014/main" id="{659C30BB-4699-4B9A-8C56-8FAADAD0374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28;p4">
            <a:extLst>
              <a:ext uri="{FF2B5EF4-FFF2-40B4-BE49-F238E27FC236}">
                <a16:creationId xmlns:a16="http://schemas.microsoft.com/office/drawing/2014/main" id="{A95EC9C7-2A31-4DAB-A5BF-868E04DA1DDC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33;p5">
            <a:extLst>
              <a:ext uri="{FF2B5EF4-FFF2-40B4-BE49-F238E27FC236}">
                <a16:creationId xmlns:a16="http://schemas.microsoft.com/office/drawing/2014/main" id="{77AD9DB3-D4DF-43AD-A2B2-CA5C4531EA20}"/>
              </a:ext>
            </a:extLst>
          </p:cNvPr>
          <p:cNvSpPr txBox="1"/>
          <p:nvPr userDrawn="1"/>
        </p:nvSpPr>
        <p:spPr>
          <a:xfrm>
            <a:off x="3781329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99999"/>
                </a:solidFill>
                <a:highlight>
                  <a:srgbClr val="FFFFFF"/>
                </a:highlight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For Internal Use Only</a:t>
            </a:r>
            <a:endParaRPr sz="800">
              <a:solidFill>
                <a:srgbClr val="999999"/>
              </a:solidFill>
              <a:highlight>
                <a:srgbClr val="FFFFFF"/>
              </a:highlight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sp>
        <p:nvSpPr>
          <p:cNvPr id="14" name="Google Shape;35;p5">
            <a:extLst>
              <a:ext uri="{FF2B5EF4-FFF2-40B4-BE49-F238E27FC236}">
                <a16:creationId xmlns:a16="http://schemas.microsoft.com/office/drawing/2014/main" id="{8ED7C7C5-CC16-4C0C-AEA0-622F6B0D74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319"/>
            <a:ext cx="8217300" cy="639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2;p22">
            <a:extLst>
              <a:ext uri="{FF2B5EF4-FFF2-40B4-BE49-F238E27FC236}">
                <a16:creationId xmlns:a16="http://schemas.microsoft.com/office/drawing/2014/main" id="{49278B02-5C06-4349-A09D-4185ABE6AE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3909" y="4731900"/>
            <a:ext cx="463905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6" name="Google Shape;29;p5">
            <a:extLst>
              <a:ext uri="{FF2B5EF4-FFF2-40B4-BE49-F238E27FC236}">
                <a16:creationId xmlns:a16="http://schemas.microsoft.com/office/drawing/2014/main" id="{70868374-714F-4101-B66E-DE85DD0E45A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" y="964700"/>
            <a:ext cx="8236966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30;p5">
            <a:extLst>
              <a:ext uri="{FF2B5EF4-FFF2-40B4-BE49-F238E27FC236}">
                <a16:creationId xmlns:a16="http://schemas.microsoft.com/office/drawing/2014/main" id="{98C3FD85-401D-422D-8612-77FE99F71C5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57200" y="1293950"/>
            <a:ext cx="40136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0000">
              <a:spcBef>
                <a:spcPts val="0"/>
              </a:spcBef>
              <a:spcAft>
                <a:spcPts val="300"/>
              </a:spcAft>
              <a:buSzPts val="14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8" name="Google Shape;29;p5">
            <a:extLst>
              <a:ext uri="{FF2B5EF4-FFF2-40B4-BE49-F238E27FC236}">
                <a16:creationId xmlns:a16="http://schemas.microsoft.com/office/drawing/2014/main" id="{09970362-6C77-444F-8CA3-DA481908989C}"/>
              </a:ext>
            </a:extLst>
          </p:cNvPr>
          <p:cNvSpPr txBox="1">
            <a:spLocks/>
          </p:cNvSpPr>
          <p:nvPr userDrawn="1"/>
        </p:nvSpPr>
        <p:spPr>
          <a:xfrm>
            <a:off x="4671264" y="959532"/>
            <a:ext cx="4022902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1" i="0" u="none" strike="noStrike" cap="none">
                <a:solidFill>
                  <a:srgbClr val="000000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Google Shape;30;p5">
            <a:extLst>
              <a:ext uri="{FF2B5EF4-FFF2-40B4-BE49-F238E27FC236}">
                <a16:creationId xmlns:a16="http://schemas.microsoft.com/office/drawing/2014/main" id="{BC550C1D-C4C1-476F-826B-C5E3C92715E0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4671264" y="1288782"/>
            <a:ext cx="40136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0000">
              <a:spcBef>
                <a:spcPts val="0"/>
              </a:spcBef>
              <a:spcAft>
                <a:spcPts val="300"/>
              </a:spcAft>
              <a:buSzPts val="14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ngle column with image" userDrawn="1">
  <p:cSld name="Text and image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>
            <a:spLocks noGrp="1"/>
          </p:cNvSpPr>
          <p:nvPr>
            <p:ph type="pic" idx="2"/>
          </p:nvPr>
        </p:nvSpPr>
        <p:spPr>
          <a:xfrm>
            <a:off x="5027125" y="0"/>
            <a:ext cx="41169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10" name="Google Shape;35;p5">
            <a:extLst>
              <a:ext uri="{FF2B5EF4-FFF2-40B4-BE49-F238E27FC236}">
                <a16:creationId xmlns:a16="http://schemas.microsoft.com/office/drawing/2014/main" id="{63C9CD37-8FE2-431B-91A4-8D6BBC79954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7;p5">
            <a:extLst>
              <a:ext uri="{FF2B5EF4-FFF2-40B4-BE49-F238E27FC236}">
                <a16:creationId xmlns:a16="http://schemas.microsoft.com/office/drawing/2014/main" id="{B187FBF1-75B2-4487-888C-D8C17677098C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29;p5">
            <a:extLst>
              <a:ext uri="{FF2B5EF4-FFF2-40B4-BE49-F238E27FC236}">
                <a16:creationId xmlns:a16="http://schemas.microsoft.com/office/drawing/2014/main" id="{6BAC960E-61E9-4B30-A265-2AA40AC2BA4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" y="964700"/>
            <a:ext cx="4022902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30;p5">
            <a:extLst>
              <a:ext uri="{FF2B5EF4-FFF2-40B4-BE49-F238E27FC236}">
                <a16:creationId xmlns:a16="http://schemas.microsoft.com/office/drawing/2014/main" id="{3BD8CE17-9818-4C30-9BCC-867550EBE3F1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457200" y="1293950"/>
            <a:ext cx="4013600" cy="30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0000">
              <a:spcBef>
                <a:spcPts val="0"/>
              </a:spcBef>
              <a:spcAft>
                <a:spcPts val="300"/>
              </a:spcAft>
              <a:buSzPts val="1400"/>
              <a:buFont typeface="Arial" panose="020B0604020202020204" pitchFamily="34" charset="0"/>
              <a:buChar char="•"/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spcBef>
                <a:spcPts val="4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spcBef>
                <a:spcPts val="400"/>
              </a:spcBef>
              <a:spcAft>
                <a:spcPts val="4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14" name="Google Shape;35;p5">
            <a:extLst>
              <a:ext uri="{FF2B5EF4-FFF2-40B4-BE49-F238E27FC236}">
                <a16:creationId xmlns:a16="http://schemas.microsoft.com/office/drawing/2014/main" id="{2489AF19-4508-4B62-AB2F-27C6A98A4A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319"/>
            <a:ext cx="4449097" cy="639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2;p22">
            <a:extLst>
              <a:ext uri="{FF2B5EF4-FFF2-40B4-BE49-F238E27FC236}">
                <a16:creationId xmlns:a16="http://schemas.microsoft.com/office/drawing/2014/main" id="{E70538C3-5A66-428B-A7A5-F750FDF841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15980" y="4731900"/>
            <a:ext cx="463905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6" name="Google Shape;33;p5">
            <a:extLst>
              <a:ext uri="{FF2B5EF4-FFF2-40B4-BE49-F238E27FC236}">
                <a16:creationId xmlns:a16="http://schemas.microsoft.com/office/drawing/2014/main" id="{F894F014-2233-4FE1-9D94-98F6A7E719A0}"/>
              </a:ext>
            </a:extLst>
          </p:cNvPr>
          <p:cNvSpPr txBox="1"/>
          <p:nvPr userDrawn="1"/>
        </p:nvSpPr>
        <p:spPr>
          <a:xfrm>
            <a:off x="3338028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99999"/>
                </a:solidFill>
                <a:highlight>
                  <a:srgbClr val="FFFFFF"/>
                </a:highlight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For Internal Use Only</a:t>
            </a:r>
            <a:endParaRPr sz="800">
              <a:solidFill>
                <a:srgbClr val="999999"/>
              </a:solidFill>
              <a:highlight>
                <a:srgbClr val="FFFFFF"/>
              </a:highlight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file desciption" userDrawn="1">
  <p:cSld name="Biography slid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8961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3"/>
          </p:nvPr>
        </p:nvSpPr>
        <p:spPr>
          <a:xfrm>
            <a:off x="4505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2880" algn="ctr" rtl="0">
              <a:spcBef>
                <a:spcPts val="0"/>
              </a:spcBef>
              <a:spcAft>
                <a:spcPts val="300"/>
              </a:spcAft>
              <a:buSzPts val="1200"/>
              <a:buFont typeface="Arial" panose="020B0604020202020204" pitchFamily="34" charset="0"/>
              <a:buChar char="•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04800" algn="ctr" rtl="0">
              <a:spcBef>
                <a:spcPts val="400"/>
              </a:spcBef>
              <a:spcAft>
                <a:spcPts val="4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3859350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5"/>
          </p:nvPr>
        </p:nvSpPr>
        <p:spPr>
          <a:xfrm>
            <a:off x="3413700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2880" algn="ctr" rtl="0">
              <a:spcBef>
                <a:spcPts val="0"/>
              </a:spcBef>
              <a:spcAft>
                <a:spcPts val="300"/>
              </a:spcAft>
              <a:buSzPts val="1200"/>
              <a:buFont typeface="Arial" panose="020B0604020202020204" pitchFamily="34" charset="0"/>
              <a:buChar char="•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04800" algn="ctr" rtl="0">
              <a:spcBef>
                <a:spcPts val="400"/>
              </a:spcBef>
              <a:spcAft>
                <a:spcPts val="4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6793825" y="1428175"/>
            <a:ext cx="1437900" cy="1437900"/>
          </a:xfrm>
          <a:prstGeom prst="donut">
            <a:avLst>
              <a:gd name="adj" fmla="val 5329"/>
            </a:avLst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7"/>
          </p:nvPr>
        </p:nvSpPr>
        <p:spPr>
          <a:xfrm>
            <a:off x="6348175" y="2952050"/>
            <a:ext cx="2329200" cy="14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274320" lvl="0" indent="-182880" algn="ctr" rtl="0">
              <a:spcBef>
                <a:spcPts val="0"/>
              </a:spcBef>
              <a:spcAft>
                <a:spcPts val="300"/>
              </a:spcAft>
              <a:buSzPts val="1200"/>
              <a:buFont typeface="Arial" panose="020B0604020202020204" pitchFamily="34" charset="0"/>
              <a:buChar char="•"/>
              <a:defRPr sz="1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L="914400" lvl="1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●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04800" algn="ctr" rtl="0">
              <a:spcBef>
                <a:spcPts val="400"/>
              </a:spcBef>
              <a:spcAft>
                <a:spcPts val="0"/>
              </a:spcAft>
              <a:buSzPts val="1200"/>
              <a:buFont typeface="Proxima Nova"/>
              <a:buChar char="○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04800" algn="ctr" rtl="0">
              <a:spcBef>
                <a:spcPts val="400"/>
              </a:spcBef>
              <a:spcAft>
                <a:spcPts val="400"/>
              </a:spcAft>
              <a:buSzPts val="1200"/>
              <a:buFont typeface="Proxima Nova"/>
              <a:buChar char="■"/>
              <a:defRPr sz="1200"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50" name="Google Shape;50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33;p5">
            <a:extLst>
              <a:ext uri="{FF2B5EF4-FFF2-40B4-BE49-F238E27FC236}">
                <a16:creationId xmlns:a16="http://schemas.microsoft.com/office/drawing/2014/main" id="{FB137F9B-934A-4E7A-A4C3-FD847094740C}"/>
              </a:ext>
            </a:extLst>
          </p:cNvPr>
          <p:cNvSpPr txBox="1"/>
          <p:nvPr userDrawn="1"/>
        </p:nvSpPr>
        <p:spPr>
          <a:xfrm>
            <a:off x="3781329" y="4731900"/>
            <a:ext cx="16038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99999"/>
                </a:solidFill>
                <a:highlight>
                  <a:srgbClr val="FFFFFF"/>
                </a:highlight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For Internal Use Only</a:t>
            </a:r>
            <a:endParaRPr sz="800">
              <a:solidFill>
                <a:srgbClr val="999999"/>
              </a:solidFill>
              <a:highlight>
                <a:srgbClr val="FFFFFF"/>
              </a:highlight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sp>
        <p:nvSpPr>
          <p:cNvPr id="18" name="Google Shape;152;p22">
            <a:extLst>
              <a:ext uri="{FF2B5EF4-FFF2-40B4-BE49-F238E27FC236}">
                <a16:creationId xmlns:a16="http://schemas.microsoft.com/office/drawing/2014/main" id="{DEE2D451-056D-4F97-916A-F9F9C698EA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15980" y="4731900"/>
            <a:ext cx="463905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9" name="Google Shape;29;p5">
            <a:extLst>
              <a:ext uri="{FF2B5EF4-FFF2-40B4-BE49-F238E27FC236}">
                <a16:creationId xmlns:a16="http://schemas.microsoft.com/office/drawing/2014/main" id="{B1128C68-5D67-42E5-8CBA-5060D5D0880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7200" y="964700"/>
            <a:ext cx="82173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35;p5">
            <a:extLst>
              <a:ext uri="{FF2B5EF4-FFF2-40B4-BE49-F238E27FC236}">
                <a16:creationId xmlns:a16="http://schemas.microsoft.com/office/drawing/2014/main" id="{8D58F2CB-C8CD-488A-8C96-64BAF9A4AA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319"/>
            <a:ext cx="8217300" cy="639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roxima Nova"/>
              <a:buNone/>
              <a:defRPr sz="2400" b="1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42;p6">
            <a:extLst>
              <a:ext uri="{FF2B5EF4-FFF2-40B4-BE49-F238E27FC236}">
                <a16:creationId xmlns:a16="http://schemas.microsoft.com/office/drawing/2014/main" id="{A145C40F-8E1E-444F-BBDE-497283FC58CA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953750" y="1485825"/>
            <a:ext cx="1322700" cy="1322700"/>
          </a:xfrm>
          <a:prstGeom prst="ellipse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25" name="Google Shape;45;p6">
            <a:extLst>
              <a:ext uri="{FF2B5EF4-FFF2-40B4-BE49-F238E27FC236}">
                <a16:creationId xmlns:a16="http://schemas.microsoft.com/office/drawing/2014/main" id="{E5B940B2-F24E-4940-9A33-488118D63AA1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3916950" y="1485825"/>
            <a:ext cx="1322700" cy="1322700"/>
          </a:xfrm>
          <a:prstGeom prst="ellipse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26" name="Google Shape;48;p6">
            <a:extLst>
              <a:ext uri="{FF2B5EF4-FFF2-40B4-BE49-F238E27FC236}">
                <a16:creationId xmlns:a16="http://schemas.microsoft.com/office/drawing/2014/main" id="{E20E0402-AE40-4FED-AC33-611C6DF8324D}"/>
              </a:ext>
            </a:extLst>
          </p:cNvPr>
          <p:cNvSpPr>
            <a:spLocks noGrp="1"/>
          </p:cNvSpPr>
          <p:nvPr>
            <p:ph type="pic" idx="6"/>
          </p:nvPr>
        </p:nvSpPr>
        <p:spPr>
          <a:xfrm>
            <a:off x="6851425" y="1485825"/>
            <a:ext cx="1322700" cy="1322700"/>
          </a:xfrm>
          <a:prstGeom prst="ellipse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 - White ">
  <p:cSld name="Section brea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>
            <a:spLocks noGrp="1"/>
          </p:cNvSpPr>
          <p:nvPr>
            <p:ph type="title"/>
          </p:nvPr>
        </p:nvSpPr>
        <p:spPr>
          <a:xfrm>
            <a:off x="457200" y="1070150"/>
            <a:ext cx="4769100" cy="25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/>
          <p:nvPr/>
        </p:nvSpPr>
        <p:spPr>
          <a:xfrm rot="10800000" flipH="1">
            <a:off x="457200" y="914411"/>
            <a:ext cx="4769100" cy="273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082" y="4769500"/>
            <a:ext cx="858651" cy="16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689200"/>
            <a:ext cx="614619" cy="45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" name="Google Shape;61;p7"/>
          <p:cNvGrpSpPr/>
          <p:nvPr/>
        </p:nvGrpSpPr>
        <p:grpSpPr>
          <a:xfrm>
            <a:off x="6588505" y="-28"/>
            <a:ext cx="2555491" cy="5143634"/>
            <a:chOff x="6484825" y="114035"/>
            <a:chExt cx="2659200" cy="5029465"/>
          </a:xfrm>
        </p:grpSpPr>
        <p:sp>
          <p:nvSpPr>
            <p:cNvPr id="62" name="Google Shape;62;p7"/>
            <p:cNvSpPr/>
            <p:nvPr/>
          </p:nvSpPr>
          <p:spPr>
            <a:xfrm rot="10800000">
              <a:off x="7629606" y="114035"/>
              <a:ext cx="1514400" cy="2285100"/>
            </a:xfrm>
            <a:prstGeom prst="rtTriangle">
              <a:avLst/>
            </a:prstGeom>
            <a:gradFill>
              <a:gsLst>
                <a:gs pos="0">
                  <a:srgbClr val="82297B"/>
                </a:gs>
                <a:gs pos="100000">
                  <a:srgbClr val="BF215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Google Shape;63;p7"/>
            <p:cNvSpPr/>
            <p:nvPr/>
          </p:nvSpPr>
          <p:spPr>
            <a:xfrm rot="-5400000">
              <a:off x="5810725" y="1810200"/>
              <a:ext cx="4007400" cy="2659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56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5472">
          <p15:clr>
            <a:srgbClr val="FA7B17"/>
          </p15:clr>
        </p15:guide>
        <p15:guide id="5" orient="horz" pos="2952">
          <p15:clr>
            <a:srgbClr val="FA7B17"/>
          </p15:clr>
        </p15:guide>
        <p15:guide id="6" orient="horz" pos="576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1">
  <p:cSld name="Thank you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/>
          <p:nvPr/>
        </p:nvSpPr>
        <p:spPr>
          <a:xfrm>
            <a:off x="2172524" y="1456925"/>
            <a:ext cx="52620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accent1"/>
                </a:solidFill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THANK YOU</a:t>
            </a:r>
            <a:endParaRPr sz="4400">
              <a:solidFill>
                <a:schemeClr val="accent1"/>
              </a:solidFill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sp>
        <p:nvSpPr>
          <p:cNvPr id="66" name="Google Shape;66;p8"/>
          <p:cNvSpPr txBox="1">
            <a:spLocks noGrp="1"/>
          </p:cNvSpPr>
          <p:nvPr>
            <p:ph type="subTitle" idx="1"/>
          </p:nvPr>
        </p:nvSpPr>
        <p:spPr>
          <a:xfrm>
            <a:off x="2166199" y="2305650"/>
            <a:ext cx="5271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Proxima Nova Semibold"/>
              <a:buNone/>
              <a:defRPr sz="1800"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 l="75973" b="53060"/>
          <a:stretch/>
        </p:blipFill>
        <p:spPr>
          <a:xfrm>
            <a:off x="0" y="3412175"/>
            <a:ext cx="2049152" cy="17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/>
          <p:nvPr/>
        </p:nvSpPr>
        <p:spPr>
          <a:xfrm>
            <a:off x="2166200" y="3363550"/>
            <a:ext cx="6489000" cy="11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Calibri" panose="020F0502020204030204" pitchFamily="34" charset="0"/>
                <a:ea typeface="Proxima Nova Semibold"/>
                <a:cs typeface="Calibri" panose="020F0502020204030204" pitchFamily="34" charset="0"/>
                <a:sym typeface="Proxima Nova Semibold"/>
              </a:rPr>
              <a:t>About Relevantz</a:t>
            </a:r>
            <a:endParaRPr>
              <a:solidFill>
                <a:schemeClr val="accent1"/>
              </a:solidFill>
              <a:latin typeface="Calibri" panose="020F0502020204030204" pitchFamily="34" charset="0"/>
              <a:ea typeface="Proxima Nova Semibold"/>
              <a:cs typeface="Calibri" panose="020F0502020204030204" pitchFamily="34" charset="0"/>
              <a:sym typeface="Proxima Nova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Relevantz Technology Services Inc. has been delivering relevant technology solutions for leading enterprises and ISVs for over 25+ years. Our team of 1200+ software engineers across 4 global offices serves customers across the finance, healthcare, insurance, media, telecom, retail, and technology sectors. Learn more at </a:t>
            </a:r>
            <a:r>
              <a:rPr lang="en-US" sz="100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3" tooltip="https://www.relevantz.com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www.relevantz.com</a:t>
            </a:r>
            <a:r>
              <a:rPr lang="en-US" sz="100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en-US" sz="100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@relevantztech</a:t>
            </a:r>
            <a:r>
              <a:rPr lang="en-US" sz="1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latin typeface="Calibri" panose="020F0502020204030204" pitchFamily="34" charset="0"/>
              <a:ea typeface="Proxima Nova Semibold"/>
              <a:cs typeface="Calibri" panose="020F0502020204030204" pitchFamily="34" charset="0"/>
              <a:sym typeface="Proxima Nova Semibold"/>
            </a:endParaRP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Calibri" panose="020F0502020204030204" pitchFamily="34" charset="0"/>
                <a:ea typeface="Proxima Nova"/>
                <a:cs typeface="Calibri" panose="020F0502020204030204" pitchFamily="34" charset="0"/>
                <a:sym typeface="Proxima Nova"/>
              </a:rPr>
              <a:t>© 2025 Relevantz Technology Services, Inc. All rights reserved.</a:t>
            </a:r>
            <a:endParaRPr sz="1000"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2166199" y="3057550"/>
            <a:ext cx="6492300" cy="27900"/>
          </a:xfrm>
          <a:prstGeom prst="rect">
            <a:avLst/>
          </a:prstGeom>
          <a:gradFill>
            <a:gsLst>
              <a:gs pos="0">
                <a:srgbClr val="82297B"/>
              </a:gs>
              <a:gs pos="100000">
                <a:srgbClr val="BF215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Proxima Nova"/>
              <a:cs typeface="Calibri" panose="020F0502020204030204" pitchFamily="34" charset="0"/>
              <a:sym typeface="Proxima Nova"/>
            </a:endParaRPr>
          </a:p>
        </p:txBody>
      </p:sp>
      <p:pic>
        <p:nvPicPr>
          <p:cNvPr id="70" name="Google Shape;70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9500" y="422954"/>
            <a:ext cx="1785676" cy="41595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60E1C-DEA5-906C-2995-14F06B46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849" y="1606150"/>
            <a:ext cx="5040951" cy="691370"/>
          </a:xfrm>
        </p:spPr>
        <p:txBody>
          <a:bodyPr/>
          <a:lstStyle/>
          <a:p>
            <a:r>
              <a:rPr lang="en-GB" dirty="0">
                <a:latin typeface="Calibri"/>
                <a:ea typeface="Calibri"/>
                <a:cs typeface="Calibri"/>
              </a:rPr>
              <a:t>ML-flow</a:t>
            </a:r>
            <a:endParaRPr lang="en-GB" dirty="0" err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72067-5E70-0204-9BF6-687ACDF0A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1850" y="2410129"/>
            <a:ext cx="5034900" cy="325800"/>
          </a:xfrm>
        </p:spPr>
        <p:txBody>
          <a:bodyPr/>
          <a:lstStyle/>
          <a:p>
            <a:r>
              <a:rPr lang="en-GB" sz="1400" dirty="0">
                <a:latin typeface="Calibri"/>
                <a:ea typeface="Calibri"/>
                <a:cs typeface="Calibri"/>
              </a:rPr>
              <a:t>Track, Reproduce, and Deploy Machine Learning Models with Ease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53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CC276F-A417-8730-033D-DBF0E46C7DD4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065588" y="2065338"/>
            <a:ext cx="5078412" cy="814387"/>
          </a:xfrm>
          <a:prstGeom prst="rect">
            <a:avLst/>
          </a:prstGeom>
        </p:spPr>
        <p:txBody>
          <a:bodyPr/>
          <a:lstStyle/>
          <a:p>
            <a:endParaRPr lang="en-US" sz="2400"/>
          </a:p>
          <a:p>
            <a:r>
              <a:rPr lang="en-US" sz="2400">
                <a:latin typeface="Calibri"/>
                <a:ea typeface="Calibri"/>
                <a:cs typeface="Calibri"/>
              </a:rPr>
              <a:t>     </a:t>
            </a:r>
            <a:endParaRPr lang="en-US" sz="240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31048B-6E47-31FA-60D6-0394472F4B07}"/>
              </a:ext>
            </a:extLst>
          </p:cNvPr>
          <p:cNvSpPr txBox="1">
            <a:spLocks/>
          </p:cNvSpPr>
          <p:nvPr/>
        </p:nvSpPr>
        <p:spPr>
          <a:xfrm>
            <a:off x="454075" y="484716"/>
            <a:ext cx="5040951" cy="69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800" b="1">
                <a:latin typeface="Calibri"/>
                <a:ea typeface="Calibri"/>
                <a:cs typeface="Calibri"/>
              </a:rPr>
              <a:t>Agenda</a:t>
            </a:r>
            <a:endParaRPr lang="en-GB" sz="2800" b="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60F755-216F-97BA-BC75-6336E062DE0F}"/>
              </a:ext>
            </a:extLst>
          </p:cNvPr>
          <p:cNvSpPr txBox="1"/>
          <p:nvPr/>
        </p:nvSpPr>
        <p:spPr>
          <a:xfrm>
            <a:off x="560294" y="1176617"/>
            <a:ext cx="5163797" cy="19913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Char char="•"/>
            </a:pPr>
            <a:r>
              <a:rPr lang="en-US" dirty="0"/>
              <a:t>What is ML-flow ?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 dirty="0"/>
              <a:t>6WH Model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 dirty="0"/>
              <a:t>Live Demo</a:t>
            </a:r>
          </a:p>
          <a:p>
            <a:pPr marL="285750" indent="-285750">
              <a:lnSpc>
                <a:spcPct val="150000"/>
              </a:lnSpc>
              <a:buChar char="•"/>
            </a:pPr>
            <a:r>
              <a:rPr lang="en-US" dirty="0"/>
              <a:t>Q&amp;A</a:t>
            </a:r>
          </a:p>
          <a:p>
            <a:pPr marL="285750" indent="-285750">
              <a:lnSpc>
                <a:spcPct val="150000"/>
              </a:lnSpc>
              <a:buChar char="•"/>
            </a:pPr>
            <a:endParaRPr lang="en-US"/>
          </a:p>
          <a:p>
            <a:pPr marL="285750" indent="-285750">
              <a:lnSpc>
                <a:spcPct val="150000"/>
              </a:lnSpc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37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382C3-1136-06E4-64E5-0B3335AD41B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27804" y="1024374"/>
            <a:ext cx="8198300" cy="3559669"/>
          </a:xfrm>
        </p:spPr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Open-source platform to manage end-to-end ML lifecycle.</a:t>
            </a:r>
            <a:endParaRPr lang="en-US" dirty="0"/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b="1" dirty="0">
                <a:latin typeface="Calibri"/>
                <a:ea typeface="Calibri"/>
                <a:cs typeface="Calibri"/>
              </a:rPr>
              <a:t>Tracking </a:t>
            </a:r>
            <a:r>
              <a:rPr lang="en-US" dirty="0">
                <a:latin typeface="Calibri"/>
                <a:ea typeface="Calibri"/>
                <a:cs typeface="Calibri"/>
              </a:rPr>
              <a:t>– log/compare experiments.</a:t>
            </a:r>
            <a:endParaRPr lang="en-US" dirty="0"/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b="1" dirty="0">
                <a:latin typeface="Calibri"/>
                <a:ea typeface="Calibri"/>
                <a:cs typeface="Calibri"/>
              </a:rPr>
              <a:t>Projects </a:t>
            </a:r>
            <a:r>
              <a:rPr lang="en-US" dirty="0">
                <a:latin typeface="Calibri"/>
                <a:ea typeface="Calibri"/>
                <a:cs typeface="Calibri"/>
              </a:rPr>
              <a:t>– package ML code in a reproducible format.</a:t>
            </a:r>
            <a:endParaRPr lang="en-US" dirty="0"/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b="1" dirty="0">
                <a:latin typeface="Calibri"/>
                <a:ea typeface="Calibri"/>
                <a:cs typeface="Calibri"/>
              </a:rPr>
              <a:t>Models </a:t>
            </a:r>
            <a:r>
              <a:rPr lang="en-US" dirty="0">
                <a:latin typeface="Calibri"/>
                <a:ea typeface="Calibri"/>
                <a:cs typeface="Calibri"/>
              </a:rPr>
              <a:t>– manage and deploy models across environments.</a:t>
            </a:r>
            <a:endParaRPr lang="en-US" dirty="0"/>
          </a:p>
          <a:p>
            <a:pPr marL="91440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b="1" dirty="0">
                <a:latin typeface="Calibri"/>
                <a:ea typeface="Calibri"/>
                <a:cs typeface="Calibri"/>
              </a:rPr>
              <a:t>Registry </a:t>
            </a:r>
            <a:r>
              <a:rPr lang="en-US" dirty="0">
                <a:latin typeface="Calibri"/>
                <a:ea typeface="Calibri"/>
                <a:cs typeface="Calibri"/>
              </a:rPr>
              <a:t>– centralized model store with versioning</a:t>
            </a:r>
            <a:endParaRPr lang="en-US" dirty="0"/>
          </a:p>
          <a:p>
            <a:pPr marL="91440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851BE6B-51C4-C18F-40AE-711C5549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What is ML-flow?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889D4-92C8-9D35-D361-56ECEADECA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pic>
        <p:nvPicPr>
          <p:cNvPr id="6" name="Picture 5" descr="MLflow, Quickstart | Medium">
            <a:extLst>
              <a:ext uri="{FF2B5EF4-FFF2-40B4-BE49-F238E27FC236}">
                <a16:creationId xmlns:a16="http://schemas.microsoft.com/office/drawing/2014/main" id="{8DB6916F-447D-9B32-4C9E-F29547D57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552" y="1022877"/>
            <a:ext cx="2743198" cy="100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29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C1112BA-186D-E0A9-FF75-4366023EF3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ML projects involve many experiments, models, environments → hard to track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33B47-C3A5-D01E-7874-2C79DBD9915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Experiment tracking</a:t>
            </a:r>
          </a:p>
          <a:p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Reproducibility</a:t>
            </a:r>
          </a:p>
          <a:p>
            <a:pPr marL="91440" indent="0">
              <a:buNone/>
            </a:pPr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dirty="0">
                <a:latin typeface="Calibri"/>
                <a:ea typeface="Calibri"/>
                <a:cs typeface="Calibri"/>
              </a:rPr>
              <a:t>Model deployment &amp; versioning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8C9FD10-B85F-918D-CA4A-24EAFB887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Challenges in ML-flow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41F0C-27F6-FDE7-CB9C-A25A9F6333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/>
          </a:p>
        </p:txBody>
      </p:sp>
      <p:pic>
        <p:nvPicPr>
          <p:cNvPr id="6" name="Picture 5" descr="16 Challenges in IT for Teams in 2025 + ...">
            <a:extLst>
              <a:ext uri="{FF2B5EF4-FFF2-40B4-BE49-F238E27FC236}">
                <a16:creationId xmlns:a16="http://schemas.microsoft.com/office/drawing/2014/main" id="{01A80720-8CFD-76BC-61E7-331A781D5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108" y="1738313"/>
            <a:ext cx="274320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3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391C4E7-C53C-AA6E-3D17-9B661502C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Why ML-flow?</a:t>
            </a:r>
            <a:endParaRPr lang="en-US"/>
          </a:p>
        </p:txBody>
      </p:sp>
      <p:sp>
        <p:nvSpPr>
          <p:cNvPr id="30" name="Cloud 29">
            <a:extLst>
              <a:ext uri="{FF2B5EF4-FFF2-40B4-BE49-F238E27FC236}">
                <a16:creationId xmlns:a16="http://schemas.microsoft.com/office/drawing/2014/main" id="{FAC29779-122E-4E7F-D4D0-FD6EE5C29CCC}"/>
              </a:ext>
            </a:extLst>
          </p:cNvPr>
          <p:cNvSpPr/>
          <p:nvPr/>
        </p:nvSpPr>
        <p:spPr>
          <a:xfrm>
            <a:off x="830770" y="2907186"/>
            <a:ext cx="2265701" cy="1368174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Flexible deployment (local, cloud, containers)</a:t>
            </a:r>
          </a:p>
        </p:txBody>
      </p:sp>
      <p:sp>
        <p:nvSpPr>
          <p:cNvPr id="32" name="Cloud 31">
            <a:extLst>
              <a:ext uri="{FF2B5EF4-FFF2-40B4-BE49-F238E27FC236}">
                <a16:creationId xmlns:a16="http://schemas.microsoft.com/office/drawing/2014/main" id="{5B1C404B-33B3-6999-B9B5-0DD5D83598AE}"/>
              </a:ext>
            </a:extLst>
          </p:cNvPr>
          <p:cNvSpPr/>
          <p:nvPr/>
        </p:nvSpPr>
        <p:spPr>
          <a:xfrm>
            <a:off x="5938483" y="2907185"/>
            <a:ext cx="2438229" cy="1368174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Calibri"/>
                <a:cs typeface="Calibri"/>
              </a:rPr>
              <a:t>Align with ML-Ops</a:t>
            </a:r>
          </a:p>
        </p:txBody>
      </p:sp>
      <p:pic>
        <p:nvPicPr>
          <p:cNvPr id="3" name="Graphic 2" descr="Databricks Managed MLflow | Databricks">
            <a:extLst>
              <a:ext uri="{FF2B5EF4-FFF2-40B4-BE49-F238E27FC236}">
                <a16:creationId xmlns:a16="http://schemas.microsoft.com/office/drawing/2014/main" id="{C5C70C50-02F0-03A8-44D0-71ED12CB8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0400" y="1200150"/>
            <a:ext cx="2743200" cy="2743200"/>
          </a:xfrm>
          <a:prstGeom prst="rect">
            <a:avLst/>
          </a:prstGeom>
        </p:spPr>
      </p:pic>
      <p:sp>
        <p:nvSpPr>
          <p:cNvPr id="31" name="Cloud 30">
            <a:extLst>
              <a:ext uri="{FF2B5EF4-FFF2-40B4-BE49-F238E27FC236}">
                <a16:creationId xmlns:a16="http://schemas.microsoft.com/office/drawing/2014/main" id="{1C58F0C3-6104-E881-D0AE-DB3352F19F34}"/>
              </a:ext>
            </a:extLst>
          </p:cNvPr>
          <p:cNvSpPr/>
          <p:nvPr/>
        </p:nvSpPr>
        <p:spPr>
          <a:xfrm>
            <a:off x="4924878" y="879978"/>
            <a:ext cx="2621541" cy="1659315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Standard packaging</a:t>
            </a:r>
            <a:endParaRPr lang="en-US" dirty="0"/>
          </a:p>
        </p:txBody>
      </p:sp>
      <p:sp>
        <p:nvSpPr>
          <p:cNvPr id="29" name="Cloud 28">
            <a:extLst>
              <a:ext uri="{FF2B5EF4-FFF2-40B4-BE49-F238E27FC236}">
                <a16:creationId xmlns:a16="http://schemas.microsoft.com/office/drawing/2014/main" id="{F595C6C3-69B1-8BD1-DD63-A8FB00336D3E}"/>
              </a:ext>
            </a:extLst>
          </p:cNvPr>
          <p:cNvSpPr/>
          <p:nvPr/>
        </p:nvSpPr>
        <p:spPr>
          <a:xfrm>
            <a:off x="1064559" y="879979"/>
            <a:ext cx="2783285" cy="1562268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Unified tracking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82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D9F66-2E49-A026-1E0F-0F81311F3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What if ML-flow is NOT Available?</a:t>
            </a:r>
            <a:endParaRPr lang="en-US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DA28CEA1-2429-B081-DE72-AFFF9832FA54}"/>
              </a:ext>
            </a:extLst>
          </p:cNvPr>
          <p:cNvSpPr/>
          <p:nvPr/>
        </p:nvSpPr>
        <p:spPr>
          <a:xfrm>
            <a:off x="458384" y="998169"/>
            <a:ext cx="3485029" cy="496019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Manual experiment logging → spreadsheets, notes, screenshots</a:t>
            </a:r>
            <a:endParaRPr lang="en-US" dirty="0"/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90EE9C4E-799A-8365-1004-A80BC7A8B318}"/>
              </a:ext>
            </a:extLst>
          </p:cNvPr>
          <p:cNvSpPr/>
          <p:nvPr/>
        </p:nvSpPr>
        <p:spPr>
          <a:xfrm>
            <a:off x="1083799" y="1602017"/>
            <a:ext cx="3485029" cy="560717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Difficult to reproduce results</a:t>
            </a:r>
            <a:endParaRPr lang="en-US" dirty="0"/>
          </a:p>
        </p:txBody>
      </p:sp>
      <p:sp>
        <p:nvSpPr>
          <p:cNvPr id="14" name="Rectangle: Diagonal Corners Rounded 13">
            <a:extLst>
              <a:ext uri="{FF2B5EF4-FFF2-40B4-BE49-F238E27FC236}">
                <a16:creationId xmlns:a16="http://schemas.microsoft.com/office/drawing/2014/main" id="{429C50D1-19F7-30EE-0C3C-992049E7F315}"/>
              </a:ext>
            </a:extLst>
          </p:cNvPr>
          <p:cNvSpPr/>
          <p:nvPr/>
        </p:nvSpPr>
        <p:spPr>
          <a:xfrm>
            <a:off x="458383" y="2378394"/>
            <a:ext cx="3485029" cy="496019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Model deployment → inconsistent &amp; error-prone</a:t>
            </a:r>
            <a:endParaRPr lang="en-US" dirty="0"/>
          </a:p>
        </p:txBody>
      </p:sp>
      <p:sp>
        <p:nvSpPr>
          <p:cNvPr id="15" name="Rectangle: Diagonal Corners Rounded 14">
            <a:extLst>
              <a:ext uri="{FF2B5EF4-FFF2-40B4-BE49-F238E27FC236}">
                <a16:creationId xmlns:a16="http://schemas.microsoft.com/office/drawing/2014/main" id="{1465D250-1CC1-AB75-C506-4D7D345CDEBF}"/>
              </a:ext>
            </a:extLst>
          </p:cNvPr>
          <p:cNvSpPr/>
          <p:nvPr/>
        </p:nvSpPr>
        <p:spPr>
          <a:xfrm>
            <a:off x="1083798" y="3079292"/>
            <a:ext cx="3485029" cy="496019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No central model registry → collaboration issues</a:t>
            </a:r>
            <a:endParaRPr lang="en-US" dirty="0"/>
          </a:p>
        </p:txBody>
      </p:sp>
      <p:pic>
        <p:nvPicPr>
          <p:cNvPr id="4" name="Picture 3" descr="IT Downtime Can Cost Businesses Thousands – OrionNetworks">
            <a:extLst>
              <a:ext uri="{FF2B5EF4-FFF2-40B4-BE49-F238E27FC236}">
                <a16:creationId xmlns:a16="http://schemas.microsoft.com/office/drawing/2014/main" id="{711ADB26-ED44-488A-4874-04C78D3F5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777" y="918804"/>
            <a:ext cx="3562709" cy="1699224"/>
          </a:xfrm>
          <a:prstGeom prst="rect">
            <a:avLst/>
          </a:prstGeom>
        </p:spPr>
      </p:pic>
      <p:pic>
        <p:nvPicPr>
          <p:cNvPr id="5" name="Picture 4" descr="System downtime Stock Photos, Royalty Free System downtime Images |  Depositphotos">
            <a:extLst>
              <a:ext uri="{FF2B5EF4-FFF2-40B4-BE49-F238E27FC236}">
                <a16:creationId xmlns:a16="http://schemas.microsoft.com/office/drawing/2014/main" id="{857A6541-61AF-2BA3-272E-52BC076323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716" y="2728104"/>
            <a:ext cx="3547614" cy="1703718"/>
          </a:xfrm>
          <a:prstGeom prst="rect">
            <a:avLst/>
          </a:prstGeom>
        </p:spPr>
      </p:pic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B554B687-B34B-6FD9-1689-4DA2E1E4655B}"/>
              </a:ext>
            </a:extLst>
          </p:cNvPr>
          <p:cNvSpPr/>
          <p:nvPr/>
        </p:nvSpPr>
        <p:spPr>
          <a:xfrm>
            <a:off x="458382" y="3758622"/>
            <a:ext cx="3485029" cy="496019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Slows down ML → production pipeline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2BE32-DBED-8FED-98AB-59CE9558F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What are the Alternatives?</a:t>
            </a:r>
          </a:p>
          <a:p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3C01305-1BE1-BEB8-4D89-5F1C85AFA51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110639"/>
            <a:ext cx="4715385" cy="3096000"/>
          </a:xfrm>
        </p:spPr>
        <p:txBody>
          <a:bodyPr/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Kubeflow </a:t>
            </a:r>
            <a:r>
              <a:rPr lang="en-US" dirty="0">
                <a:latin typeface="Calibri"/>
                <a:ea typeface="Calibri"/>
                <a:cs typeface="Calibri"/>
              </a:rPr>
              <a:t>– Full-fledged ML pipeline orchestration</a:t>
            </a:r>
            <a:endParaRPr lang="en-US" dirty="0"/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b="1" dirty="0">
                <a:latin typeface="Calibri"/>
                <a:ea typeface="Calibri"/>
                <a:cs typeface="Calibri"/>
              </a:rPr>
              <a:t>Weights &amp; Biases (W&amp;B)</a:t>
            </a:r>
            <a:r>
              <a:rPr lang="en-US" dirty="0">
                <a:latin typeface="Calibri"/>
                <a:ea typeface="Calibri"/>
                <a:cs typeface="Calibri"/>
              </a:rPr>
              <a:t> – Popular for experiment tracking</a:t>
            </a:r>
            <a:endParaRPr lang="en-US" dirty="0"/>
          </a:p>
          <a:p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b="1" dirty="0">
                <a:latin typeface="Calibri"/>
                <a:ea typeface="Calibri"/>
                <a:cs typeface="Calibri"/>
              </a:rPr>
              <a:t>Neptune ai</a:t>
            </a:r>
            <a:r>
              <a:rPr lang="en-US" dirty="0">
                <a:latin typeface="Calibri"/>
                <a:ea typeface="Calibri"/>
                <a:cs typeface="Calibri"/>
              </a:rPr>
              <a:t> – SaaS for tracking &amp; management</a:t>
            </a:r>
            <a:endParaRPr lang="en-US" dirty="0"/>
          </a:p>
          <a:p>
            <a:pPr marL="91440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b="1" dirty="0">
                <a:latin typeface="Calibri"/>
                <a:ea typeface="Calibri"/>
                <a:cs typeface="Calibri"/>
              </a:rPr>
              <a:t>DVC (Data Version Control)</a:t>
            </a:r>
            <a:r>
              <a:rPr lang="en-US" dirty="0">
                <a:latin typeface="Calibri"/>
                <a:ea typeface="Calibri"/>
                <a:cs typeface="Calibri"/>
              </a:rPr>
              <a:t> – Data &amp; model versioning</a:t>
            </a:r>
            <a:endParaRPr lang="en-US" dirty="0"/>
          </a:p>
          <a:p>
            <a:pPr marL="91440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  <a:p>
            <a:pPr marL="91440" indent="0">
              <a:buNone/>
            </a:pPr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7" name="Picture 6" descr="Kubeflow · GitHub">
            <a:extLst>
              <a:ext uri="{FF2B5EF4-FFF2-40B4-BE49-F238E27FC236}">
                <a16:creationId xmlns:a16="http://schemas.microsoft.com/office/drawing/2014/main" id="{7AB4A44B-9005-8F35-E2C7-DD7A2C8CF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134" y="405082"/>
            <a:ext cx="1421921" cy="1249393"/>
          </a:xfrm>
          <a:prstGeom prst="rect">
            <a:avLst/>
          </a:prstGeom>
        </p:spPr>
      </p:pic>
      <p:pic>
        <p:nvPicPr>
          <p:cNvPr id="8" name="Picture 7" descr="Weights &amp; Biases | Saturn Cloud">
            <a:extLst>
              <a:ext uri="{FF2B5EF4-FFF2-40B4-BE49-F238E27FC236}">
                <a16:creationId xmlns:a16="http://schemas.microsoft.com/office/drawing/2014/main" id="{01C93F77-C484-5C18-5298-B6CF9D628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147" y="2130634"/>
            <a:ext cx="2503818" cy="709703"/>
          </a:xfrm>
          <a:prstGeom prst="rect">
            <a:avLst/>
          </a:prstGeom>
        </p:spPr>
      </p:pic>
      <p:pic>
        <p:nvPicPr>
          <p:cNvPr id="9" name="Picture 8" descr="Scaling Experiment Tracking to ...">
            <a:extLst>
              <a:ext uri="{FF2B5EF4-FFF2-40B4-BE49-F238E27FC236}">
                <a16:creationId xmlns:a16="http://schemas.microsoft.com/office/drawing/2014/main" id="{7A00E07C-F1EE-572C-AB0E-F9879871C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476" y="3267164"/>
            <a:ext cx="2491597" cy="938303"/>
          </a:xfrm>
          <a:prstGeom prst="rect">
            <a:avLst/>
          </a:prstGeom>
        </p:spPr>
      </p:pic>
      <p:pic>
        <p:nvPicPr>
          <p:cNvPr id="10" name="Picture 9" descr="practical guide to Data Version Control ...">
            <a:extLst>
              <a:ext uri="{FF2B5EF4-FFF2-40B4-BE49-F238E27FC236}">
                <a16:creationId xmlns:a16="http://schemas.microsoft.com/office/drawing/2014/main" id="{B2142764-59CB-B798-9DFA-067BB729B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0839" y="3383081"/>
            <a:ext cx="1776683" cy="71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5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C5060-0E2F-2741-C756-C91FF9832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When to Use ML-flow?</a:t>
            </a:r>
            <a:endParaRPr lang="en-US" dirty="0"/>
          </a:p>
        </p:txBody>
      </p:sp>
      <p:sp>
        <p:nvSpPr>
          <p:cNvPr id="7" name="Rectangle: Diagonal Corners Snipped 6">
            <a:extLst>
              <a:ext uri="{FF2B5EF4-FFF2-40B4-BE49-F238E27FC236}">
                <a16:creationId xmlns:a16="http://schemas.microsoft.com/office/drawing/2014/main" id="{86E8D713-530C-F842-0969-0BD968601F26}"/>
              </a:ext>
            </a:extLst>
          </p:cNvPr>
          <p:cNvSpPr/>
          <p:nvPr/>
        </p:nvSpPr>
        <p:spPr>
          <a:xfrm>
            <a:off x="190922" y="2353024"/>
            <a:ext cx="3573408" cy="444641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 err="1">
                <a:ea typeface="+mn-lt"/>
                <a:cs typeface="+mn-lt"/>
              </a:rPr>
              <a:t>MLOps</a:t>
            </a:r>
            <a:r>
              <a:rPr lang="en-US" dirty="0">
                <a:ea typeface="+mn-lt"/>
                <a:cs typeface="+mn-lt"/>
              </a:rPr>
              <a:t> adoption for model lifecycle</a:t>
            </a:r>
            <a:endParaRPr lang="en-US" dirty="0"/>
          </a:p>
        </p:txBody>
      </p:sp>
      <p:sp>
        <p:nvSpPr>
          <p:cNvPr id="8" name="Rectangle: Diagonal Corners Snipped 7">
            <a:extLst>
              <a:ext uri="{FF2B5EF4-FFF2-40B4-BE49-F238E27FC236}">
                <a16:creationId xmlns:a16="http://schemas.microsoft.com/office/drawing/2014/main" id="{3C21DEF1-633D-49C8-F5FE-5DCFA9CAB14F}"/>
              </a:ext>
            </a:extLst>
          </p:cNvPr>
          <p:cNvSpPr/>
          <p:nvPr/>
        </p:nvSpPr>
        <p:spPr>
          <a:xfrm>
            <a:off x="190924" y="1587429"/>
            <a:ext cx="3573407" cy="433858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Need to compare and reproduce results</a:t>
            </a:r>
            <a:endParaRPr lang="en-US" dirty="0"/>
          </a:p>
        </p:txBody>
      </p:sp>
      <p:sp>
        <p:nvSpPr>
          <p:cNvPr id="9" name="Rectangle: Diagonal Corners Snipped 8">
            <a:extLst>
              <a:ext uri="{FF2B5EF4-FFF2-40B4-BE49-F238E27FC236}">
                <a16:creationId xmlns:a16="http://schemas.microsoft.com/office/drawing/2014/main" id="{EEB48BF1-A53F-2D43-003B-ED0AA4F88915}"/>
              </a:ext>
            </a:extLst>
          </p:cNvPr>
          <p:cNvSpPr/>
          <p:nvPr/>
        </p:nvSpPr>
        <p:spPr>
          <a:xfrm>
            <a:off x="190924" y="3107835"/>
            <a:ext cx="3573407" cy="455424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When multiple teams work on shared ML projects</a:t>
            </a:r>
            <a:endParaRPr lang="en-US" dirty="0"/>
          </a:p>
        </p:txBody>
      </p:sp>
      <p:sp>
        <p:nvSpPr>
          <p:cNvPr id="10" name="Rectangle: Diagonal Corners Snipped 9">
            <a:extLst>
              <a:ext uri="{FF2B5EF4-FFF2-40B4-BE49-F238E27FC236}">
                <a16:creationId xmlns:a16="http://schemas.microsoft.com/office/drawing/2014/main" id="{B7C657D7-7CD4-1E37-A058-D8EDC18D30F0}"/>
              </a:ext>
            </a:extLst>
          </p:cNvPr>
          <p:cNvSpPr/>
          <p:nvPr/>
        </p:nvSpPr>
        <p:spPr>
          <a:xfrm>
            <a:off x="190922" y="918880"/>
            <a:ext cx="3573409" cy="444641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Teams doing frequent ML experiments</a:t>
            </a:r>
            <a:endParaRPr lang="en-US" dirty="0"/>
          </a:p>
        </p:txBody>
      </p: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596EBE43-A4B1-D426-D904-438CA6BF828D}"/>
              </a:ext>
            </a:extLst>
          </p:cNvPr>
          <p:cNvSpPr/>
          <p:nvPr/>
        </p:nvSpPr>
        <p:spPr>
          <a:xfrm>
            <a:off x="190923" y="3787165"/>
            <a:ext cx="3573407" cy="455424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For hybrid deployment (local dev → cloud/production)</a:t>
            </a:r>
            <a:endParaRPr lang="en-US" dirty="0"/>
          </a:p>
        </p:txBody>
      </p:sp>
      <p:pic>
        <p:nvPicPr>
          <p:cNvPr id="3" name="Picture 2" descr="Machine Learning Continuous Integration with MLflow · All things">
            <a:extLst>
              <a:ext uri="{FF2B5EF4-FFF2-40B4-BE49-F238E27FC236}">
                <a16:creationId xmlns:a16="http://schemas.microsoft.com/office/drawing/2014/main" id="{89A83EDA-C727-23D6-74B0-6B230B5EE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933" y="946120"/>
            <a:ext cx="4936107" cy="325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375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62C63-2EBE-0AB8-120E-0A550C96C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Best Scenarios for ML-flow</a:t>
            </a:r>
            <a:endParaRPr lang="en-US" dirty="0"/>
          </a:p>
        </p:txBody>
      </p:sp>
      <p:sp>
        <p:nvSpPr>
          <p:cNvPr id="24" name="Flowchart: Off-page Connector 23">
            <a:extLst>
              <a:ext uri="{FF2B5EF4-FFF2-40B4-BE49-F238E27FC236}">
                <a16:creationId xmlns:a16="http://schemas.microsoft.com/office/drawing/2014/main" id="{407BDEDC-C8DF-A7D1-C9B9-D07934DF99D3}"/>
              </a:ext>
            </a:extLst>
          </p:cNvPr>
          <p:cNvSpPr/>
          <p:nvPr/>
        </p:nvSpPr>
        <p:spPr>
          <a:xfrm>
            <a:off x="465783" y="916978"/>
            <a:ext cx="4111290" cy="52773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Data scientists running experiments with different parameters</a:t>
            </a:r>
            <a:endParaRPr lang="en-US" dirty="0"/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2F7413EF-5060-25B4-E7AF-17D5C385EAA4}"/>
              </a:ext>
            </a:extLst>
          </p:cNvPr>
          <p:cNvSpPr/>
          <p:nvPr/>
        </p:nvSpPr>
        <p:spPr>
          <a:xfrm>
            <a:off x="455000" y="1682572"/>
            <a:ext cx="4111290" cy="52773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Organizations needing model registry with approvals</a:t>
            </a:r>
            <a:endParaRPr lang="en-US" dirty="0"/>
          </a:p>
        </p:txBody>
      </p:sp>
      <p:sp>
        <p:nvSpPr>
          <p:cNvPr id="5" name="Flowchart: Off-page Connector 4">
            <a:extLst>
              <a:ext uri="{FF2B5EF4-FFF2-40B4-BE49-F238E27FC236}">
                <a16:creationId xmlns:a16="http://schemas.microsoft.com/office/drawing/2014/main" id="{90D4E112-875E-FDBC-E904-A9C87316B85F}"/>
              </a:ext>
            </a:extLst>
          </p:cNvPr>
          <p:cNvSpPr/>
          <p:nvPr/>
        </p:nvSpPr>
        <p:spPr>
          <a:xfrm>
            <a:off x="465783" y="2448166"/>
            <a:ext cx="4111290" cy="52773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Deploying models to REST APIs, Docker, or cloud platforms</a:t>
            </a:r>
            <a:endParaRPr lang="en-US" dirty="0"/>
          </a:p>
        </p:txBody>
      </p:sp>
      <p:sp>
        <p:nvSpPr>
          <p:cNvPr id="7" name="Flowchart: Off-page Connector 6">
            <a:extLst>
              <a:ext uri="{FF2B5EF4-FFF2-40B4-BE49-F238E27FC236}">
                <a16:creationId xmlns:a16="http://schemas.microsoft.com/office/drawing/2014/main" id="{7BB295B9-1C6A-BF23-2121-EEB74CC29666}"/>
              </a:ext>
            </a:extLst>
          </p:cNvPr>
          <p:cNvSpPr/>
          <p:nvPr/>
        </p:nvSpPr>
        <p:spPr>
          <a:xfrm>
            <a:off x="465782" y="3116713"/>
            <a:ext cx="4111290" cy="52773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ML projects requiring auditability and reproducibility</a:t>
            </a:r>
            <a:endParaRPr lang="en-US" dirty="0"/>
          </a:p>
        </p:txBody>
      </p:sp>
      <p:sp>
        <p:nvSpPr>
          <p:cNvPr id="8" name="Flowchart: Off-page Connector 7">
            <a:extLst>
              <a:ext uri="{FF2B5EF4-FFF2-40B4-BE49-F238E27FC236}">
                <a16:creationId xmlns:a16="http://schemas.microsoft.com/office/drawing/2014/main" id="{0327AE51-7382-E11D-CE6E-E6B1D0EECE54}"/>
              </a:ext>
            </a:extLst>
          </p:cNvPr>
          <p:cNvSpPr/>
          <p:nvPr/>
        </p:nvSpPr>
        <p:spPr>
          <a:xfrm>
            <a:off x="465783" y="3893091"/>
            <a:ext cx="4111290" cy="527734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ea typeface="+mn-lt"/>
                <a:cs typeface="+mn-lt"/>
              </a:rPr>
              <a:t>Integrating with existing ML-Ops stack</a:t>
            </a:r>
            <a:endParaRPr lang="en-US" dirty="0"/>
          </a:p>
        </p:txBody>
      </p:sp>
      <p:pic>
        <p:nvPicPr>
          <p:cNvPr id="3" name="Picture 2" descr="MLflow: A Tool for Managing the Machine Learning Lifecycle | MLflow">
            <a:extLst>
              <a:ext uri="{FF2B5EF4-FFF2-40B4-BE49-F238E27FC236}">
                <a16:creationId xmlns:a16="http://schemas.microsoft.com/office/drawing/2014/main" id="{0438EA31-D0FE-ED6A-D2CE-85A185FDA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862" y="511172"/>
            <a:ext cx="3616624" cy="2190994"/>
          </a:xfrm>
          <a:prstGeom prst="rect">
            <a:avLst/>
          </a:prstGeom>
        </p:spPr>
      </p:pic>
      <p:pic>
        <p:nvPicPr>
          <p:cNvPr id="10" name="Picture 9" descr="MLflow: A Tool for Managing the Machine Learning Lifecycle | MLflow">
            <a:extLst>
              <a:ext uri="{FF2B5EF4-FFF2-40B4-BE49-F238E27FC236}">
                <a16:creationId xmlns:a16="http://schemas.microsoft.com/office/drawing/2014/main" id="{F1B45BC8-4772-1888-CC59-5BF2C079D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862" y="2706392"/>
            <a:ext cx="3778368" cy="193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8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DD659A-C80E-AB39-9504-405146D0F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How to implement ML-flow?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3EE5A-7B62-A02F-DDED-91E3131D32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38A0B-1C1C-F6F1-C4BB-6F99D59145F2}"/>
              </a:ext>
            </a:extLst>
          </p:cNvPr>
          <p:cNvSpPr txBox="1"/>
          <p:nvPr/>
        </p:nvSpPr>
        <p:spPr>
          <a:xfrm>
            <a:off x="661147" y="1038341"/>
            <a:ext cx="7416602" cy="26107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Char char="•"/>
            </a:pPr>
            <a:r>
              <a:rPr lang="en-US" dirty="0"/>
              <a:t>Experiment tracking</a:t>
            </a:r>
          </a:p>
          <a:p>
            <a:pPr marL="285750" indent="-285750">
              <a:lnSpc>
                <a:spcPct val="200000"/>
              </a:lnSpc>
              <a:buFont typeface="Arial,Sans-Serif"/>
              <a:buChar char="•"/>
            </a:pPr>
            <a:r>
              <a:rPr lang="en-US" dirty="0"/>
              <a:t>Run comparison</a:t>
            </a:r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 dirty="0"/>
              <a:t>Model registry with versions</a:t>
            </a:r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 dirty="0"/>
              <a:t>Log a model &amp; deploy it as a REST API</a:t>
            </a:r>
          </a:p>
          <a:p>
            <a:pPr marL="285750" indent="-285750">
              <a:lnSpc>
                <a:spcPct val="200000"/>
              </a:lnSpc>
              <a:buChar char="•"/>
            </a:pPr>
            <a:r>
              <a:rPr lang="en-US" dirty="0"/>
              <a:t>Call API with sample input &amp; verify prediction</a:t>
            </a:r>
          </a:p>
          <a:p>
            <a:pPr marL="285750" indent="-285750">
              <a:lnSpc>
                <a:spcPct val="200000"/>
              </a:lnSpc>
              <a:buChar char="•"/>
            </a:pPr>
            <a:endParaRPr lang="en-US"/>
          </a:p>
        </p:txBody>
      </p:sp>
      <p:pic>
        <p:nvPicPr>
          <p:cNvPr id="2" name="Picture 1" descr="Demo Images – Browse 99,936 Stock Photos, Vectors, and Video | Adobe Stock">
            <a:extLst>
              <a:ext uri="{FF2B5EF4-FFF2-40B4-BE49-F238E27FC236}">
                <a16:creationId xmlns:a16="http://schemas.microsoft.com/office/drawing/2014/main" id="{94222A73-27CE-534C-92B5-580C86A84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270" y="3260155"/>
            <a:ext cx="3040093" cy="125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06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EA829-ED78-F1F8-B6D1-5F1A97F23B4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ML-flow simplifies ML lifecycle management</a:t>
            </a:r>
          </a:p>
          <a:p>
            <a:endParaRPr lang="en-US" dirty="0"/>
          </a:p>
          <a:p>
            <a:r>
              <a:rPr lang="en-US" dirty="0">
                <a:latin typeface="Calibri"/>
                <a:ea typeface="Calibri"/>
                <a:cs typeface="Calibri"/>
              </a:rPr>
              <a:t>Provides tracking, projects, models, registry</a:t>
            </a:r>
          </a:p>
          <a:p>
            <a:endParaRPr lang="en-US" dirty="0"/>
          </a:p>
          <a:p>
            <a:r>
              <a:rPr lang="en-US" dirty="0">
                <a:latin typeface="Calibri"/>
                <a:ea typeface="Calibri"/>
                <a:cs typeface="Calibri"/>
              </a:rPr>
              <a:t>Helps teams collaborate &amp; reproduce experiments</a:t>
            </a:r>
          </a:p>
          <a:p>
            <a:endParaRPr lang="en-US" dirty="0"/>
          </a:p>
          <a:p>
            <a:r>
              <a:rPr lang="en-US" dirty="0">
                <a:latin typeface="Calibri"/>
                <a:ea typeface="Calibri"/>
                <a:cs typeface="Calibri"/>
              </a:rPr>
              <a:t>Flexible for local → production deployment</a:t>
            </a:r>
          </a:p>
          <a:p>
            <a:endParaRPr lang="en-US" dirty="0"/>
          </a:p>
          <a:p>
            <a:r>
              <a:rPr lang="en-US" dirty="0"/>
              <a:t>Live POC: log an experiment, register model, serve API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259495-6381-71B0-5FC5-E2D58503B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ea typeface="Calibri"/>
                <a:cs typeface="Calibri"/>
              </a:rPr>
              <a:t>Summary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5A386C-78C3-4349-7FE2-4E7D649610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pic>
        <p:nvPicPr>
          <p:cNvPr id="7" name="Picture 6" descr="29,400+ Summary Word Stock Photos, Pictures &amp; Royalty-Free Images - iStock">
            <a:extLst>
              <a:ext uri="{FF2B5EF4-FFF2-40B4-BE49-F238E27FC236}">
                <a16:creationId xmlns:a16="http://schemas.microsoft.com/office/drawing/2014/main" id="{F135556A-9432-81D8-3794-1B9D7EF90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895" y="2567258"/>
            <a:ext cx="3598653" cy="156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631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6;p11">
            <a:extLst>
              <a:ext uri="{FF2B5EF4-FFF2-40B4-BE49-F238E27FC236}">
                <a16:creationId xmlns:a16="http://schemas.microsoft.com/office/drawing/2014/main" id="{EAA79655-5D96-EE03-9A2B-A8F96431A149}"/>
              </a:ext>
            </a:extLst>
          </p:cNvPr>
          <p:cNvSpPr txBox="1">
            <a:spLocks/>
          </p:cNvSpPr>
          <p:nvPr/>
        </p:nvSpPr>
        <p:spPr>
          <a:xfrm>
            <a:off x="461928" y="474213"/>
            <a:ext cx="8225022" cy="495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Proxima Nova"/>
              <a:buNone/>
              <a:defRPr sz="4000" b="0" i="0" u="none" strike="noStrike" cap="none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>
                <a:latin typeface="Calibri"/>
                <a:ea typeface="Calibri"/>
                <a:cs typeface="Calibri"/>
              </a:rPr>
              <a:t>Q &amp; A</a:t>
            </a:r>
            <a:endParaRPr lang="en-US" sz="2800" b="1"/>
          </a:p>
        </p:txBody>
      </p:sp>
      <p:pic>
        <p:nvPicPr>
          <p:cNvPr id="2" name="Picture 1" descr="How to Moderate Question-and-Answer Sessions in Your Presentation">
            <a:extLst>
              <a:ext uri="{FF2B5EF4-FFF2-40B4-BE49-F238E27FC236}">
                <a16:creationId xmlns:a16="http://schemas.microsoft.com/office/drawing/2014/main" id="{ACAAFC9E-CFBB-F93B-A6AF-426E4D682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14" y="971227"/>
            <a:ext cx="6258463" cy="339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28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4;p13">
            <a:extLst>
              <a:ext uri="{FF2B5EF4-FFF2-40B4-BE49-F238E27FC236}">
                <a16:creationId xmlns:a16="http://schemas.microsoft.com/office/drawing/2014/main" id="{04C8B130-C31C-CBDB-B65F-6F602C60C2DE}"/>
              </a:ext>
            </a:extLst>
          </p:cNvPr>
          <p:cNvSpPr txBox="1">
            <a:spLocks noGrp="1"/>
          </p:cNvSpPr>
          <p:nvPr/>
        </p:nvSpPr>
        <p:spPr>
          <a:xfrm>
            <a:off x="2189822" y="2412761"/>
            <a:ext cx="3110400" cy="8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Proxima Nova Semibold"/>
              <a:buNone/>
              <a:defRPr sz="1800" b="0" i="0" u="none" strike="noStrike" cap="none">
                <a:solidFill>
                  <a:srgbClr val="00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>
                <a:solidFill>
                  <a:srgbClr val="063578"/>
                </a:solidFill>
                <a:highlight>
                  <a:srgbClr val="FFFFFF"/>
                </a:highlight>
                <a:latin typeface="Arial"/>
                <a:cs typeface="Arial"/>
              </a:rPr>
              <a:t>Abishek K </a:t>
            </a:r>
            <a:endParaRPr lang="en-US" sz="1600">
              <a:solidFill>
                <a:srgbClr val="063578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>
              <a:lnSpc>
                <a:spcPct val="150000"/>
              </a:lnSpc>
              <a:buSzPts val="1100"/>
              <a:buFont typeface="Arial"/>
            </a:pPr>
            <a:r>
              <a:rPr lang="en-US" sz="140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Junior - Software Engineer</a:t>
            </a:r>
            <a:endParaRPr lang="en-US" sz="1400" b="1">
              <a:solidFill>
                <a:schemeClr val="dk1"/>
              </a:solidFill>
              <a:highlight>
                <a:srgbClr val="FFFFFF"/>
              </a:highlight>
              <a:latin typeface="Arial"/>
              <a:ea typeface="Arial"/>
              <a:cs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sz="1400" b="1">
              <a:solidFill>
                <a:schemeClr val="accen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levantz - Internal Slide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7235C"/>
      </a:accent1>
      <a:accent2>
        <a:srgbClr val="E01950"/>
      </a:accent2>
      <a:accent3>
        <a:srgbClr val="97247E"/>
      </a:accent3>
      <a:accent4>
        <a:srgbClr val="B5B3DA"/>
      </a:accent4>
      <a:accent5>
        <a:srgbClr val="D6D5EB"/>
      </a:accent5>
      <a:accent6>
        <a:srgbClr val="DCDBE4"/>
      </a:accent6>
      <a:hlink>
        <a:srgbClr val="E01950"/>
      </a:hlink>
      <a:folHlink>
        <a:srgbClr val="0097A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E37E934965AB40B8C2959C180473A3" ma:contentTypeVersion="13" ma:contentTypeDescription="Create a new document." ma:contentTypeScope="" ma:versionID="b652bdf42f97bf36c4cecc4a137c9e6d">
  <xsd:schema xmlns:xsd="http://www.w3.org/2001/XMLSchema" xmlns:xs="http://www.w3.org/2001/XMLSchema" xmlns:p="http://schemas.microsoft.com/office/2006/metadata/properties" xmlns:ns2="9f6ad64a-8b6b-48eb-ae60-12a54eda0ca9" xmlns:ns3="70328ee1-d215-47f2-9f94-e66745c0848f" targetNamespace="http://schemas.microsoft.com/office/2006/metadata/properties" ma:root="true" ma:fieldsID="ef4dd843760eb6ba715a3d5caabb3102" ns2:_="" ns3:_="">
    <xsd:import namespace="9f6ad64a-8b6b-48eb-ae60-12a54eda0ca9"/>
    <xsd:import namespace="70328ee1-d215-47f2-9f94-e66745c084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6ad64a-8b6b-48eb-ae60-12a54eda0c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156ab42-c15d-4f16-a227-b8fc8443f73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328ee1-d215-47f2-9f94-e66745c0848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c998392-e962-4591-95d1-fdc2e5b3008b}" ma:internalName="TaxCatchAll" ma:showField="CatchAllData" ma:web="70328ee1-d215-47f2-9f94-e66745c084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6ad64a-8b6b-48eb-ae60-12a54eda0ca9">
      <Terms xmlns="http://schemas.microsoft.com/office/infopath/2007/PartnerControls"/>
    </lcf76f155ced4ddcb4097134ff3c332f>
    <TaxCatchAll xmlns="70328ee1-d215-47f2-9f94-e66745c0848f" xsi:nil="true"/>
  </documentManagement>
</p:properties>
</file>

<file path=customXml/itemProps1.xml><?xml version="1.0" encoding="utf-8"?>
<ds:datastoreItem xmlns:ds="http://schemas.openxmlformats.org/officeDocument/2006/customXml" ds:itemID="{B4AB02F5-BA48-41F0-881B-62BF8D5BE8C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50239C-E3D2-4EFE-92D5-3E234670C775}">
  <ds:schemaRefs>
    <ds:schemaRef ds:uri="70328ee1-d215-47f2-9f94-e66745c0848f"/>
    <ds:schemaRef ds:uri="9f6ad64a-8b6b-48eb-ae60-12a54eda0c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F7B9954-1002-4850-87A6-B3557E4A3004}">
  <ds:schemaRefs>
    <ds:schemaRef ds:uri="70328ee1-d215-47f2-9f94-e66745c0848f"/>
    <ds:schemaRef ds:uri="9f6ad64a-8b6b-48eb-ae60-12a54eda0ca9"/>
    <ds:schemaRef ds:uri="a985ba2b-3265-433f-b90f-f087e6a7e733"/>
    <ds:schemaRef ds:uri="b92b3a10-3cf5-4cf2-9ea4-9e3b3532bf2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Relevantz - Internal Slide Template</vt:lpstr>
      <vt:lpstr>ML-flow</vt:lpstr>
      <vt:lpstr>PowerPoint Presentation</vt:lpstr>
      <vt:lpstr>What is ML-flow?</vt:lpstr>
      <vt:lpstr>Challenges in ML-flow</vt:lpstr>
      <vt:lpstr>Why ML-flow?</vt:lpstr>
      <vt:lpstr>What if ML-flow is NOT Available?</vt:lpstr>
      <vt:lpstr>What are the Alternatives? </vt:lpstr>
      <vt:lpstr>When to Use ML-flow?</vt:lpstr>
      <vt:lpstr>Best Scenarios for ML-flow</vt:lpstr>
      <vt:lpstr>How to implement ML-flow?</vt:lpstr>
      <vt:lpstr>Summary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</dc:title>
  <cp:revision>205</cp:revision>
  <dcterms:modified xsi:type="dcterms:W3CDTF">2025-09-19T06:12:00Z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0x0101006DE37E934965AB40B8C2959C180473A3</vt:lpwstr>
  </property>
  <property fmtid="{D5CDD505-2E9C-101B-9397-08002B2CF9AE}" pid="3" name="Order">
    <vt:r8>12300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MSIP_Label_defa4170-0d19-0005-0004-bc88714345d2_Enabled">
    <vt:lpwstr>true</vt:lpwstr>
  </property>
  <property fmtid="{D5CDD505-2E9C-101B-9397-08002B2CF9AE}" pid="8" name="MSIP_Label_defa4170-0d19-0005-0004-bc88714345d2_SetDate">
    <vt:lpwstr>2024-04-16T09:14:58Z</vt:lpwstr>
  </property>
  <property fmtid="{D5CDD505-2E9C-101B-9397-08002B2CF9AE}" pid="9" name="MSIP_Label_defa4170-0d19-0005-0004-bc88714345d2_Method">
    <vt:lpwstr>Standard</vt:lpwstr>
  </property>
  <property fmtid="{D5CDD505-2E9C-101B-9397-08002B2CF9AE}" pid="10" name="MSIP_Label_defa4170-0d19-0005-0004-bc88714345d2_Name">
    <vt:lpwstr>defa4170-0d19-0005-0004-bc88714345d2</vt:lpwstr>
  </property>
  <property fmtid="{D5CDD505-2E9C-101B-9397-08002B2CF9AE}" pid="11" name="MSIP_Label_defa4170-0d19-0005-0004-bc88714345d2_SiteId">
    <vt:lpwstr>fe66d7b1-c17e-4ba8-a08d-2e146117dc7e</vt:lpwstr>
  </property>
  <property fmtid="{D5CDD505-2E9C-101B-9397-08002B2CF9AE}" pid="12" name="MSIP_Label_defa4170-0d19-0005-0004-bc88714345d2_ActionId">
    <vt:lpwstr>c66ad8e2-d129-43bd-a8ec-5b6df568f088</vt:lpwstr>
  </property>
  <property fmtid="{D5CDD505-2E9C-101B-9397-08002B2CF9AE}" pid="13" name="MSIP_Label_defa4170-0d19-0005-0004-bc88714345d2_ContentBits">
    <vt:lpwstr>0</vt:lpwstr>
  </property>
  <property fmtid="{D5CDD505-2E9C-101B-9397-08002B2CF9AE}" pid="14" name="MediaServiceImageTags">
    <vt:lpwstr/>
  </property>
</Properties>
</file>