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55" r:id="rId4"/>
  </p:sldMasterIdLst>
  <p:notesMasterIdLst>
    <p:notesMasterId r:id="rId24"/>
  </p:notesMasterIdLst>
  <p:sldIdLst>
    <p:sldId id="282" r:id="rId5"/>
    <p:sldId id="296" r:id="rId6"/>
    <p:sldId id="295" r:id="rId7"/>
    <p:sldId id="300" r:id="rId8"/>
    <p:sldId id="298" r:id="rId9"/>
    <p:sldId id="299" r:id="rId10"/>
    <p:sldId id="256" r:id="rId11"/>
    <p:sldId id="281" r:id="rId12"/>
    <p:sldId id="257" r:id="rId13"/>
    <p:sldId id="284" r:id="rId14"/>
    <p:sldId id="286" r:id="rId15"/>
    <p:sldId id="287" r:id="rId16"/>
    <p:sldId id="293" r:id="rId17"/>
    <p:sldId id="301" r:id="rId18"/>
    <p:sldId id="302" r:id="rId19"/>
    <p:sldId id="303" r:id="rId20"/>
    <p:sldId id="292" r:id="rId21"/>
    <p:sldId id="294" r:id="rId22"/>
    <p:sldId id="279"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68"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5D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3A8317-37F7-2D52-2C48-E24EF512E74E}" v="9" dt="2025-08-04T17:02:00.723"/>
    <p1510:client id="{391C3EA7-0FD0-DFC2-C38D-1F5B076FC770}" v="2" dt="2025-08-04T17:01:00.851"/>
    <p1510:client id="{C0D5BADD-995E-2029-514E-57069A75AE92}" v="1700" dt="2025-08-05T10:47:47.743"/>
  </p1510:revLst>
</p1510:revInfo>
</file>

<file path=ppt/tableStyles.xml><?xml version="1.0" encoding="utf-8"?>
<a:tblStyleLst xmlns:a="http://schemas.openxmlformats.org/drawingml/2006/main" def="{FAF8FCC5-4FDF-4A60-B72E-4E0162955330}">
  <a:tblStyle styleId="{FAF8FCC5-4FDF-4A60-B72E-4E016295533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68"/>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11aa32a186c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11aa32a186c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11aa32a186c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11aa32a186c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f3bca8f19a_0_5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f3bca8f19a_0_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1f6ba1f106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1f6ba1f106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relevantz.com/" TargetMode="External"/><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hyperlink" Target="https://www.linkedin.com/company/relevantz"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ouble line heading cover slide - White BG">
  <p:cSld name="Title">
    <p:spTree>
      <p:nvGrpSpPr>
        <p:cNvPr id="1" name="Shape 6"/>
        <p:cNvGrpSpPr/>
        <p:nvPr/>
      </p:nvGrpSpPr>
      <p:grpSpPr>
        <a:xfrm>
          <a:off x="0" y="0"/>
          <a:ext cx="0" cy="0"/>
          <a:chOff x="0" y="0"/>
          <a:chExt cx="0" cy="0"/>
        </a:xfrm>
      </p:grpSpPr>
      <p:sp>
        <p:nvSpPr>
          <p:cNvPr id="7" name="Google Shape;7;p2"/>
          <p:cNvSpPr txBox="1">
            <a:spLocks noGrp="1"/>
          </p:cNvSpPr>
          <p:nvPr>
            <p:ph type="title"/>
          </p:nvPr>
        </p:nvSpPr>
        <p:spPr>
          <a:xfrm>
            <a:off x="3613500" y="1606150"/>
            <a:ext cx="5073300" cy="13707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accent1"/>
              </a:buClr>
              <a:buSzPts val="4400"/>
              <a:buFont typeface="Proxima Nova"/>
              <a:buNone/>
              <a:defRPr sz="4400" b="1">
                <a:solidFill>
                  <a:schemeClr val="accent1"/>
                </a:solidFill>
                <a:latin typeface="Calibri" panose="020F0502020204030204" pitchFamily="34" charset="0"/>
                <a:ea typeface="Calibri" panose="020F0502020204030204" pitchFamily="34" charset="0"/>
                <a:cs typeface="Calibri" panose="020F0502020204030204" pitchFamily="34" charset="0"/>
                <a:sym typeface="Proxima Nova"/>
              </a:defRPr>
            </a:lvl1pPr>
            <a:lvl2pPr lvl="1">
              <a:spcBef>
                <a:spcPts val="0"/>
              </a:spcBef>
              <a:spcAft>
                <a:spcPts val="0"/>
              </a:spcAft>
              <a:buSzPts val="4000"/>
              <a:buFont typeface="Proxima Nova"/>
              <a:buNone/>
              <a:defRPr sz="4000" b="1">
                <a:latin typeface="Proxima Nova"/>
                <a:ea typeface="Proxima Nova"/>
                <a:cs typeface="Proxima Nova"/>
                <a:sym typeface="Proxima Nova"/>
              </a:defRPr>
            </a:lvl2pPr>
            <a:lvl3pPr lvl="2">
              <a:spcBef>
                <a:spcPts val="0"/>
              </a:spcBef>
              <a:spcAft>
                <a:spcPts val="0"/>
              </a:spcAft>
              <a:buSzPts val="4000"/>
              <a:buFont typeface="Proxima Nova"/>
              <a:buNone/>
              <a:defRPr sz="4000" b="1">
                <a:latin typeface="Proxima Nova"/>
                <a:ea typeface="Proxima Nova"/>
                <a:cs typeface="Proxima Nova"/>
                <a:sym typeface="Proxima Nova"/>
              </a:defRPr>
            </a:lvl3pPr>
            <a:lvl4pPr lvl="3">
              <a:spcBef>
                <a:spcPts val="0"/>
              </a:spcBef>
              <a:spcAft>
                <a:spcPts val="0"/>
              </a:spcAft>
              <a:buSzPts val="4000"/>
              <a:buFont typeface="Proxima Nova"/>
              <a:buNone/>
              <a:defRPr sz="4000" b="1">
                <a:latin typeface="Proxima Nova"/>
                <a:ea typeface="Proxima Nova"/>
                <a:cs typeface="Proxima Nova"/>
                <a:sym typeface="Proxima Nova"/>
              </a:defRPr>
            </a:lvl4pPr>
            <a:lvl5pPr lvl="4">
              <a:spcBef>
                <a:spcPts val="0"/>
              </a:spcBef>
              <a:spcAft>
                <a:spcPts val="0"/>
              </a:spcAft>
              <a:buSzPts val="4000"/>
              <a:buFont typeface="Proxima Nova"/>
              <a:buNone/>
              <a:defRPr sz="4000" b="1">
                <a:latin typeface="Proxima Nova"/>
                <a:ea typeface="Proxima Nova"/>
                <a:cs typeface="Proxima Nova"/>
                <a:sym typeface="Proxima Nova"/>
              </a:defRPr>
            </a:lvl5pPr>
            <a:lvl6pPr lvl="5">
              <a:spcBef>
                <a:spcPts val="0"/>
              </a:spcBef>
              <a:spcAft>
                <a:spcPts val="0"/>
              </a:spcAft>
              <a:buSzPts val="4000"/>
              <a:buFont typeface="Proxima Nova"/>
              <a:buNone/>
              <a:defRPr sz="4000" b="1">
                <a:latin typeface="Proxima Nova"/>
                <a:ea typeface="Proxima Nova"/>
                <a:cs typeface="Proxima Nova"/>
                <a:sym typeface="Proxima Nova"/>
              </a:defRPr>
            </a:lvl6pPr>
            <a:lvl7pPr lvl="6">
              <a:spcBef>
                <a:spcPts val="0"/>
              </a:spcBef>
              <a:spcAft>
                <a:spcPts val="0"/>
              </a:spcAft>
              <a:buSzPts val="4000"/>
              <a:buFont typeface="Proxima Nova"/>
              <a:buNone/>
              <a:defRPr sz="4000" b="1">
                <a:latin typeface="Proxima Nova"/>
                <a:ea typeface="Proxima Nova"/>
                <a:cs typeface="Proxima Nova"/>
                <a:sym typeface="Proxima Nova"/>
              </a:defRPr>
            </a:lvl7pPr>
            <a:lvl8pPr lvl="7">
              <a:spcBef>
                <a:spcPts val="0"/>
              </a:spcBef>
              <a:spcAft>
                <a:spcPts val="0"/>
              </a:spcAft>
              <a:buSzPts val="4000"/>
              <a:buFont typeface="Proxima Nova"/>
              <a:buNone/>
              <a:defRPr sz="4000" b="1">
                <a:latin typeface="Proxima Nova"/>
                <a:ea typeface="Proxima Nova"/>
                <a:cs typeface="Proxima Nova"/>
                <a:sym typeface="Proxima Nova"/>
              </a:defRPr>
            </a:lvl8pPr>
            <a:lvl9pPr lvl="8">
              <a:spcBef>
                <a:spcPts val="0"/>
              </a:spcBef>
              <a:spcAft>
                <a:spcPts val="0"/>
              </a:spcAft>
              <a:buSzPts val="4000"/>
              <a:buFont typeface="Proxima Nova"/>
              <a:buNone/>
              <a:defRPr sz="4000" b="1">
                <a:latin typeface="Proxima Nova"/>
                <a:ea typeface="Proxima Nova"/>
                <a:cs typeface="Proxima Nova"/>
                <a:sym typeface="Proxima Nova"/>
              </a:defRPr>
            </a:lvl9pPr>
          </a:lstStyle>
          <a:p>
            <a:endParaRPr/>
          </a:p>
        </p:txBody>
      </p:sp>
      <p:pic>
        <p:nvPicPr>
          <p:cNvPr id="8" name="Google Shape;8;p2"/>
          <p:cNvPicPr preferRelativeResize="0"/>
          <p:nvPr/>
        </p:nvPicPr>
        <p:blipFill>
          <a:blip r:embed="rId2">
            <a:alphaModFix/>
          </a:blip>
          <a:stretch>
            <a:fillRect/>
          </a:stretch>
        </p:blipFill>
        <p:spPr>
          <a:xfrm>
            <a:off x="457201" y="495088"/>
            <a:ext cx="1774800" cy="413999"/>
          </a:xfrm>
          <a:prstGeom prst="rect">
            <a:avLst/>
          </a:prstGeom>
          <a:noFill/>
          <a:ln>
            <a:noFill/>
          </a:ln>
        </p:spPr>
      </p:pic>
      <p:sp>
        <p:nvSpPr>
          <p:cNvPr id="9" name="Google Shape;9;p2"/>
          <p:cNvSpPr txBox="1">
            <a:spLocks noGrp="1"/>
          </p:cNvSpPr>
          <p:nvPr>
            <p:ph type="subTitle" idx="1"/>
          </p:nvPr>
        </p:nvSpPr>
        <p:spPr>
          <a:xfrm>
            <a:off x="3651850" y="3111025"/>
            <a:ext cx="5034900" cy="325800"/>
          </a:xfrm>
          <a:prstGeom prst="rect">
            <a:avLst/>
          </a:prstGeom>
          <a:noFill/>
          <a:ln>
            <a:noFill/>
          </a:ln>
        </p:spPr>
        <p:txBody>
          <a:bodyPr spcFirstLastPara="1" wrap="square" lIns="0" tIns="0" rIns="0" bIns="0" anchor="t" anchorCtr="0">
            <a:noAutofit/>
          </a:bodyPr>
          <a:lstStyle>
            <a:lvl1pPr lvl="0">
              <a:spcBef>
                <a:spcPts val="0"/>
              </a:spcBef>
              <a:spcAft>
                <a:spcPts val="0"/>
              </a:spcAft>
              <a:buSzPts val="1800"/>
              <a:buFont typeface="Proxima Nova"/>
              <a:buNone/>
              <a:defRPr sz="1800">
                <a:latin typeface="Calibri" panose="020F0502020204030204" pitchFamily="34" charset="0"/>
                <a:ea typeface="Calibri" panose="020F0502020204030204" pitchFamily="34" charset="0"/>
                <a:cs typeface="Calibri" panose="020F0502020204030204" pitchFamily="34" charset="0"/>
                <a:sym typeface="Proxima Nova"/>
              </a:defRPr>
            </a:lvl1pPr>
            <a:lvl2pPr lvl="1">
              <a:spcBef>
                <a:spcPts val="0"/>
              </a:spcBef>
              <a:spcAft>
                <a:spcPts val="0"/>
              </a:spcAft>
              <a:buSzPts val="1800"/>
              <a:buFont typeface="Proxima Nova"/>
              <a:buNone/>
              <a:defRPr sz="1800">
                <a:latin typeface="Proxima Nova"/>
                <a:ea typeface="Proxima Nova"/>
                <a:cs typeface="Proxima Nova"/>
                <a:sym typeface="Proxima Nova"/>
              </a:defRPr>
            </a:lvl2pPr>
            <a:lvl3pPr lvl="2">
              <a:spcBef>
                <a:spcPts val="0"/>
              </a:spcBef>
              <a:spcAft>
                <a:spcPts val="0"/>
              </a:spcAft>
              <a:buSzPts val="1800"/>
              <a:buFont typeface="Proxima Nova"/>
              <a:buNone/>
              <a:defRPr sz="1800">
                <a:latin typeface="Proxima Nova"/>
                <a:ea typeface="Proxima Nova"/>
                <a:cs typeface="Proxima Nova"/>
                <a:sym typeface="Proxima Nova"/>
              </a:defRPr>
            </a:lvl3pPr>
            <a:lvl4pPr lvl="3">
              <a:spcBef>
                <a:spcPts val="0"/>
              </a:spcBef>
              <a:spcAft>
                <a:spcPts val="0"/>
              </a:spcAft>
              <a:buSzPts val="1800"/>
              <a:buFont typeface="Proxima Nova"/>
              <a:buNone/>
              <a:defRPr sz="1800">
                <a:latin typeface="Proxima Nova"/>
                <a:ea typeface="Proxima Nova"/>
                <a:cs typeface="Proxima Nova"/>
                <a:sym typeface="Proxima Nova"/>
              </a:defRPr>
            </a:lvl4pPr>
            <a:lvl5pPr lvl="4">
              <a:spcBef>
                <a:spcPts val="0"/>
              </a:spcBef>
              <a:spcAft>
                <a:spcPts val="0"/>
              </a:spcAft>
              <a:buSzPts val="1800"/>
              <a:buFont typeface="Proxima Nova"/>
              <a:buNone/>
              <a:defRPr sz="1800">
                <a:latin typeface="Proxima Nova"/>
                <a:ea typeface="Proxima Nova"/>
                <a:cs typeface="Proxima Nova"/>
                <a:sym typeface="Proxima Nova"/>
              </a:defRPr>
            </a:lvl5pPr>
            <a:lvl6pPr lvl="5">
              <a:spcBef>
                <a:spcPts val="0"/>
              </a:spcBef>
              <a:spcAft>
                <a:spcPts val="0"/>
              </a:spcAft>
              <a:buSzPts val="1800"/>
              <a:buFont typeface="Proxima Nova"/>
              <a:buNone/>
              <a:defRPr sz="1800">
                <a:latin typeface="Proxima Nova"/>
                <a:ea typeface="Proxima Nova"/>
                <a:cs typeface="Proxima Nova"/>
                <a:sym typeface="Proxima Nova"/>
              </a:defRPr>
            </a:lvl6pPr>
            <a:lvl7pPr lvl="6">
              <a:spcBef>
                <a:spcPts val="0"/>
              </a:spcBef>
              <a:spcAft>
                <a:spcPts val="0"/>
              </a:spcAft>
              <a:buSzPts val="1800"/>
              <a:buFont typeface="Proxima Nova"/>
              <a:buNone/>
              <a:defRPr sz="1800">
                <a:latin typeface="Proxima Nova"/>
                <a:ea typeface="Proxima Nova"/>
                <a:cs typeface="Proxima Nova"/>
                <a:sym typeface="Proxima Nova"/>
              </a:defRPr>
            </a:lvl7pPr>
            <a:lvl8pPr lvl="7">
              <a:spcBef>
                <a:spcPts val="0"/>
              </a:spcBef>
              <a:spcAft>
                <a:spcPts val="0"/>
              </a:spcAft>
              <a:buSzPts val="1800"/>
              <a:buFont typeface="Proxima Nova"/>
              <a:buNone/>
              <a:defRPr sz="1800">
                <a:latin typeface="Proxima Nova"/>
                <a:ea typeface="Proxima Nova"/>
                <a:cs typeface="Proxima Nova"/>
                <a:sym typeface="Proxima Nova"/>
              </a:defRPr>
            </a:lvl8pPr>
            <a:lvl9pPr lvl="8">
              <a:spcBef>
                <a:spcPts val="0"/>
              </a:spcBef>
              <a:spcAft>
                <a:spcPts val="0"/>
              </a:spcAft>
              <a:buSzPts val="1800"/>
              <a:buFont typeface="Proxima Nova"/>
              <a:buNone/>
              <a:defRPr sz="1800">
                <a:latin typeface="Proxima Nova"/>
                <a:ea typeface="Proxima Nova"/>
                <a:cs typeface="Proxima Nova"/>
                <a:sym typeface="Proxima Nova"/>
              </a:defRPr>
            </a:lvl9pPr>
          </a:lstStyle>
          <a:p>
            <a:endParaRPr/>
          </a:p>
        </p:txBody>
      </p:sp>
      <p:sp>
        <p:nvSpPr>
          <p:cNvPr id="10" name="Google Shape;10;p2"/>
          <p:cNvSpPr txBox="1"/>
          <p:nvPr/>
        </p:nvSpPr>
        <p:spPr>
          <a:xfrm>
            <a:off x="4289176" y="4549638"/>
            <a:ext cx="4428300" cy="3078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None/>
            </a:pPr>
            <a:r>
              <a:rPr lang="en" sz="800">
                <a:solidFill>
                  <a:schemeClr val="accent1"/>
                </a:solidFill>
                <a:latin typeface="Calibri" panose="020F0502020204030204" pitchFamily="34" charset="0"/>
                <a:ea typeface="Proxima Nova"/>
                <a:cs typeface="Calibri" panose="020F0502020204030204" pitchFamily="34" charset="0"/>
                <a:sym typeface="Proxima Nova"/>
              </a:rPr>
              <a:t>© 2025 Relevantz Technology Services, Inc. All rights reserved.</a:t>
            </a:r>
            <a:endParaRPr sz="800">
              <a:solidFill>
                <a:schemeClr val="accent1"/>
              </a:solidFill>
              <a:latin typeface="Calibri" panose="020F0502020204030204" pitchFamily="34" charset="0"/>
              <a:ea typeface="Proxima Nova"/>
              <a:cs typeface="Calibri" panose="020F0502020204030204" pitchFamily="34" charset="0"/>
              <a:sym typeface="Proxima Nova"/>
            </a:endParaRPr>
          </a:p>
        </p:txBody>
      </p:sp>
      <p:pic>
        <p:nvPicPr>
          <p:cNvPr id="11" name="Google Shape;11;p2"/>
          <p:cNvPicPr preferRelativeResize="0"/>
          <p:nvPr/>
        </p:nvPicPr>
        <p:blipFill>
          <a:blip r:embed="rId3">
            <a:alphaModFix/>
          </a:blip>
          <a:stretch>
            <a:fillRect/>
          </a:stretch>
        </p:blipFill>
        <p:spPr>
          <a:xfrm>
            <a:off x="0" y="1440811"/>
            <a:ext cx="3184312" cy="3702689"/>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ingle column" userDrawn="1">
  <p:cSld name="Single column text slide">
    <p:spTree>
      <p:nvGrpSpPr>
        <p:cNvPr id="1" name="Shape 12"/>
        <p:cNvGrpSpPr/>
        <p:nvPr/>
      </p:nvGrpSpPr>
      <p:grpSpPr>
        <a:xfrm>
          <a:off x="0" y="0"/>
          <a:ext cx="0" cy="0"/>
          <a:chOff x="0" y="0"/>
          <a:chExt cx="0" cy="0"/>
        </a:xfrm>
      </p:grpSpPr>
      <p:pic>
        <p:nvPicPr>
          <p:cNvPr id="16" name="Google Shape;16;p3"/>
          <p:cNvPicPr preferRelativeResize="0"/>
          <p:nvPr/>
        </p:nvPicPr>
        <p:blipFill>
          <a:blip r:embed="rId2">
            <a:alphaModFix/>
          </a:blip>
          <a:stretch>
            <a:fillRect/>
          </a:stretch>
        </p:blipFill>
        <p:spPr>
          <a:xfrm>
            <a:off x="665082" y="4769500"/>
            <a:ext cx="858651" cy="164500"/>
          </a:xfrm>
          <a:prstGeom prst="rect">
            <a:avLst/>
          </a:prstGeom>
          <a:noFill/>
          <a:ln>
            <a:noFill/>
          </a:ln>
        </p:spPr>
      </p:pic>
      <p:pic>
        <p:nvPicPr>
          <p:cNvPr id="19" name="Google Shape;19;p3"/>
          <p:cNvPicPr preferRelativeResize="0"/>
          <p:nvPr/>
        </p:nvPicPr>
        <p:blipFill>
          <a:blip r:embed="rId3">
            <a:alphaModFix/>
          </a:blip>
          <a:stretch>
            <a:fillRect/>
          </a:stretch>
        </p:blipFill>
        <p:spPr>
          <a:xfrm>
            <a:off x="0" y="4689200"/>
            <a:ext cx="614619" cy="457200"/>
          </a:xfrm>
          <a:prstGeom prst="rect">
            <a:avLst/>
          </a:prstGeom>
          <a:noFill/>
          <a:ln>
            <a:noFill/>
          </a:ln>
        </p:spPr>
      </p:pic>
      <p:sp>
        <p:nvSpPr>
          <p:cNvPr id="9" name="Google Shape;29;p5">
            <a:extLst>
              <a:ext uri="{FF2B5EF4-FFF2-40B4-BE49-F238E27FC236}">
                <a16:creationId xmlns:a16="http://schemas.microsoft.com/office/drawing/2014/main" id="{3464EB81-D24D-43E3-B341-0D082C7DB1C4}"/>
              </a:ext>
            </a:extLst>
          </p:cNvPr>
          <p:cNvSpPr txBox="1">
            <a:spLocks noGrp="1"/>
          </p:cNvSpPr>
          <p:nvPr>
            <p:ph type="subTitle" idx="1"/>
          </p:nvPr>
        </p:nvSpPr>
        <p:spPr>
          <a:xfrm>
            <a:off x="457200" y="964700"/>
            <a:ext cx="8217300" cy="278100"/>
          </a:xfrm>
          <a:prstGeom prst="rect">
            <a:avLst/>
          </a:prstGeom>
          <a:noFill/>
          <a:ln>
            <a:noFill/>
          </a:ln>
        </p:spPr>
        <p:txBody>
          <a:bodyPr spcFirstLastPara="1" wrap="square" lIns="0" tIns="0" rIns="0" bIns="0" anchor="t" anchorCtr="0">
            <a:noAutofit/>
          </a:bodyPr>
          <a:lstStyle>
            <a:lvl1pPr lvl="0">
              <a:spcBef>
                <a:spcPts val="0"/>
              </a:spcBef>
              <a:spcAft>
                <a:spcPts val="0"/>
              </a:spcAft>
              <a:buSzPts val="1800"/>
              <a:buFont typeface="Proxima Nova Semibold"/>
              <a:buNone/>
              <a:defRPr sz="1800">
                <a:latin typeface="Calibri" panose="020F0502020204030204" pitchFamily="34" charset="0"/>
                <a:ea typeface="Calibri" panose="020F0502020204030204" pitchFamily="34" charset="0"/>
                <a:cs typeface="Calibri" panose="020F0502020204030204" pitchFamily="34" charset="0"/>
                <a:sym typeface="Proxima Nova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 name="Google Shape;30;p5">
            <a:extLst>
              <a:ext uri="{FF2B5EF4-FFF2-40B4-BE49-F238E27FC236}">
                <a16:creationId xmlns:a16="http://schemas.microsoft.com/office/drawing/2014/main" id="{013D9549-FDEF-4363-A012-04365AD2F56E}"/>
              </a:ext>
            </a:extLst>
          </p:cNvPr>
          <p:cNvSpPr txBox="1">
            <a:spLocks noGrp="1"/>
          </p:cNvSpPr>
          <p:nvPr>
            <p:ph type="body" idx="2"/>
          </p:nvPr>
        </p:nvSpPr>
        <p:spPr>
          <a:xfrm>
            <a:off x="457200" y="1293950"/>
            <a:ext cx="8198300" cy="3096000"/>
          </a:xfrm>
          <a:prstGeom prst="rect">
            <a:avLst/>
          </a:prstGeom>
          <a:noFill/>
          <a:ln>
            <a:noFill/>
          </a:ln>
        </p:spPr>
        <p:txBody>
          <a:bodyPr spcFirstLastPara="1" wrap="square" lIns="0" tIns="0" rIns="0" bIns="0" anchor="t" anchorCtr="0">
            <a:noAutofit/>
          </a:bodyPr>
          <a:lstStyle>
            <a:lvl1pPr marL="274320" lvl="0" indent="-182880">
              <a:spcBef>
                <a:spcPts val="0"/>
              </a:spcBef>
              <a:spcAft>
                <a:spcPts val="300"/>
              </a:spcAft>
              <a:buSzPts val="1400"/>
              <a:buFont typeface="Arial" panose="020B0604020202020204" pitchFamily="34" charset="0"/>
              <a:buChar char="•"/>
              <a:defRPr>
                <a:latin typeface="Calibri" panose="020F0502020204030204" pitchFamily="34" charset="0"/>
                <a:ea typeface="Calibri" panose="020F0502020204030204" pitchFamily="34" charset="0"/>
                <a:cs typeface="Calibri" panose="020F0502020204030204" pitchFamily="34" charset="0"/>
                <a:sym typeface="Proxima Nova"/>
              </a:defRPr>
            </a:lvl1pPr>
            <a:lvl2pPr marL="914400" lvl="1" indent="-317500">
              <a:spcBef>
                <a:spcPts val="400"/>
              </a:spcBef>
              <a:spcAft>
                <a:spcPts val="0"/>
              </a:spcAft>
              <a:buSzPts val="1400"/>
              <a:buFont typeface="Proxima Nova"/>
              <a:buChar char="○"/>
              <a:defRPr>
                <a:latin typeface="Proxima Nova"/>
                <a:ea typeface="Proxima Nova"/>
                <a:cs typeface="Proxima Nova"/>
                <a:sym typeface="Proxima Nova"/>
              </a:defRPr>
            </a:lvl2pPr>
            <a:lvl3pPr marL="1371600" lvl="2" indent="-317500">
              <a:spcBef>
                <a:spcPts val="400"/>
              </a:spcBef>
              <a:spcAft>
                <a:spcPts val="0"/>
              </a:spcAft>
              <a:buSzPts val="1400"/>
              <a:buFont typeface="Proxima Nova"/>
              <a:buChar char="■"/>
              <a:defRPr>
                <a:latin typeface="Proxima Nova"/>
                <a:ea typeface="Proxima Nova"/>
                <a:cs typeface="Proxima Nova"/>
                <a:sym typeface="Proxima Nova"/>
              </a:defRPr>
            </a:lvl3pPr>
            <a:lvl4pPr marL="1828800" lvl="3" indent="-317500">
              <a:spcBef>
                <a:spcPts val="400"/>
              </a:spcBef>
              <a:spcAft>
                <a:spcPts val="0"/>
              </a:spcAft>
              <a:buSzPts val="1400"/>
              <a:buFont typeface="Proxima Nova"/>
              <a:buChar char="●"/>
              <a:defRPr>
                <a:latin typeface="Proxima Nova"/>
                <a:ea typeface="Proxima Nova"/>
                <a:cs typeface="Proxima Nova"/>
                <a:sym typeface="Proxima Nova"/>
              </a:defRPr>
            </a:lvl4pPr>
            <a:lvl5pPr marL="2286000" lvl="4" indent="-317500">
              <a:spcBef>
                <a:spcPts val="400"/>
              </a:spcBef>
              <a:spcAft>
                <a:spcPts val="0"/>
              </a:spcAft>
              <a:buSzPts val="1400"/>
              <a:buFont typeface="Proxima Nova"/>
              <a:buChar char="○"/>
              <a:defRPr>
                <a:latin typeface="Proxima Nova"/>
                <a:ea typeface="Proxima Nova"/>
                <a:cs typeface="Proxima Nova"/>
                <a:sym typeface="Proxima Nova"/>
              </a:defRPr>
            </a:lvl5pPr>
            <a:lvl6pPr marL="2743200" lvl="5" indent="-317500">
              <a:spcBef>
                <a:spcPts val="400"/>
              </a:spcBef>
              <a:spcAft>
                <a:spcPts val="0"/>
              </a:spcAft>
              <a:buSzPts val="1400"/>
              <a:buFont typeface="Proxima Nova"/>
              <a:buChar char="■"/>
              <a:defRPr>
                <a:latin typeface="Proxima Nova"/>
                <a:ea typeface="Proxima Nova"/>
                <a:cs typeface="Proxima Nova"/>
                <a:sym typeface="Proxima Nova"/>
              </a:defRPr>
            </a:lvl6pPr>
            <a:lvl7pPr marL="3200400" lvl="6" indent="-317500">
              <a:spcBef>
                <a:spcPts val="400"/>
              </a:spcBef>
              <a:spcAft>
                <a:spcPts val="0"/>
              </a:spcAft>
              <a:buSzPts val="1400"/>
              <a:buFont typeface="Proxima Nova"/>
              <a:buChar char="●"/>
              <a:defRPr>
                <a:latin typeface="Proxima Nova"/>
                <a:ea typeface="Proxima Nova"/>
                <a:cs typeface="Proxima Nova"/>
                <a:sym typeface="Proxima Nova"/>
              </a:defRPr>
            </a:lvl7pPr>
            <a:lvl8pPr marL="3657600" lvl="7" indent="-317500">
              <a:spcBef>
                <a:spcPts val="400"/>
              </a:spcBef>
              <a:spcAft>
                <a:spcPts val="0"/>
              </a:spcAft>
              <a:buSzPts val="1400"/>
              <a:buFont typeface="Proxima Nova"/>
              <a:buChar char="○"/>
              <a:defRPr>
                <a:latin typeface="Proxima Nova"/>
                <a:ea typeface="Proxima Nova"/>
                <a:cs typeface="Proxima Nova"/>
                <a:sym typeface="Proxima Nova"/>
              </a:defRPr>
            </a:lvl8pPr>
            <a:lvl9pPr marL="4114800" lvl="8" indent="-317500">
              <a:spcBef>
                <a:spcPts val="400"/>
              </a:spcBef>
              <a:spcAft>
                <a:spcPts val="400"/>
              </a:spcAft>
              <a:buSzPts val="1400"/>
              <a:buFont typeface="Proxima Nova"/>
              <a:buChar char="■"/>
              <a:defRPr>
                <a:latin typeface="Proxima Nova"/>
                <a:ea typeface="Proxima Nova"/>
                <a:cs typeface="Proxima Nova"/>
                <a:sym typeface="Proxima Nova"/>
              </a:defRPr>
            </a:lvl9pPr>
          </a:lstStyle>
          <a:p>
            <a:endParaRPr/>
          </a:p>
        </p:txBody>
      </p:sp>
      <p:sp>
        <p:nvSpPr>
          <p:cNvPr id="11" name="Google Shape;33;p5">
            <a:extLst>
              <a:ext uri="{FF2B5EF4-FFF2-40B4-BE49-F238E27FC236}">
                <a16:creationId xmlns:a16="http://schemas.microsoft.com/office/drawing/2014/main" id="{911A31A9-6433-420F-92AE-802D91A62CB2}"/>
              </a:ext>
            </a:extLst>
          </p:cNvPr>
          <p:cNvSpPr txBox="1"/>
          <p:nvPr userDrawn="1"/>
        </p:nvSpPr>
        <p:spPr>
          <a:xfrm>
            <a:off x="3781329" y="4731900"/>
            <a:ext cx="1603800" cy="23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999999"/>
                </a:solidFill>
                <a:highlight>
                  <a:srgbClr val="FFFFFF"/>
                </a:highlight>
                <a:latin typeface="Calibri" panose="020F0502020204030204" pitchFamily="34" charset="0"/>
                <a:ea typeface="Proxima Nova"/>
                <a:cs typeface="Calibri" panose="020F0502020204030204" pitchFamily="34" charset="0"/>
                <a:sym typeface="Proxima Nova"/>
              </a:rPr>
              <a:t>For Internal Use Only</a:t>
            </a:r>
            <a:endParaRPr sz="800">
              <a:solidFill>
                <a:srgbClr val="999999"/>
              </a:solidFill>
              <a:highlight>
                <a:srgbClr val="FFFFFF"/>
              </a:highlight>
              <a:latin typeface="Calibri" panose="020F0502020204030204" pitchFamily="34" charset="0"/>
              <a:ea typeface="Proxima Nova"/>
              <a:cs typeface="Calibri" panose="020F0502020204030204" pitchFamily="34" charset="0"/>
              <a:sym typeface="Proxima Nova"/>
            </a:endParaRPr>
          </a:p>
        </p:txBody>
      </p:sp>
      <p:sp>
        <p:nvSpPr>
          <p:cNvPr id="12" name="Google Shape;35;p5">
            <a:extLst>
              <a:ext uri="{FF2B5EF4-FFF2-40B4-BE49-F238E27FC236}">
                <a16:creationId xmlns:a16="http://schemas.microsoft.com/office/drawing/2014/main" id="{9DECB815-5315-4373-98D8-85EC6D77AE5D}"/>
              </a:ext>
            </a:extLst>
          </p:cNvPr>
          <p:cNvSpPr txBox="1">
            <a:spLocks noGrp="1"/>
          </p:cNvSpPr>
          <p:nvPr>
            <p:ph type="title"/>
          </p:nvPr>
        </p:nvSpPr>
        <p:spPr>
          <a:xfrm>
            <a:off x="457200" y="274319"/>
            <a:ext cx="8217300" cy="639231"/>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2400"/>
              <a:buFont typeface="Proxima Nova"/>
              <a:buNone/>
              <a:defRPr sz="2400" b="1">
                <a:solidFill>
                  <a:schemeClr val="accent1"/>
                </a:solidFill>
                <a:latin typeface="Calibri" panose="020F0502020204030204" pitchFamily="34" charset="0"/>
                <a:ea typeface="Calibri" panose="020F0502020204030204" pitchFamily="34" charset="0"/>
                <a:cs typeface="Calibri" panose="020F0502020204030204" pitchFamily="34" charset="0"/>
                <a:sym typeface="Proxima Nova"/>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20" name="Google Shape;152;p22">
            <a:extLst>
              <a:ext uri="{FF2B5EF4-FFF2-40B4-BE49-F238E27FC236}">
                <a16:creationId xmlns:a16="http://schemas.microsoft.com/office/drawing/2014/main" id="{DD64DBBC-9D49-4852-A580-FE30730C39C5}"/>
              </a:ext>
            </a:extLst>
          </p:cNvPr>
          <p:cNvSpPr txBox="1">
            <a:spLocks noGrp="1"/>
          </p:cNvSpPr>
          <p:nvPr>
            <p:ph type="sldNum" idx="12"/>
          </p:nvPr>
        </p:nvSpPr>
        <p:spPr>
          <a:xfrm>
            <a:off x="8533909" y="4731900"/>
            <a:ext cx="463905" cy="2397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Tree>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uble coulmn" userDrawn="1">
  <p:cSld name="Two column text slide">
    <p:spTree>
      <p:nvGrpSpPr>
        <p:cNvPr id="1" name="Shape 20"/>
        <p:cNvGrpSpPr/>
        <p:nvPr/>
      </p:nvGrpSpPr>
      <p:grpSpPr>
        <a:xfrm>
          <a:off x="0" y="0"/>
          <a:ext cx="0" cy="0"/>
          <a:chOff x="0" y="0"/>
          <a:chExt cx="0" cy="0"/>
        </a:xfrm>
      </p:grpSpPr>
      <p:pic>
        <p:nvPicPr>
          <p:cNvPr id="11" name="Google Shape;25;p4">
            <a:extLst>
              <a:ext uri="{FF2B5EF4-FFF2-40B4-BE49-F238E27FC236}">
                <a16:creationId xmlns:a16="http://schemas.microsoft.com/office/drawing/2014/main" id="{659C30BB-4699-4B9A-8C56-8FAADAD0374D}"/>
              </a:ext>
            </a:extLst>
          </p:cNvPr>
          <p:cNvPicPr preferRelativeResize="0"/>
          <p:nvPr userDrawn="1"/>
        </p:nvPicPr>
        <p:blipFill>
          <a:blip r:embed="rId2">
            <a:alphaModFix/>
          </a:blip>
          <a:stretch>
            <a:fillRect/>
          </a:stretch>
        </p:blipFill>
        <p:spPr>
          <a:xfrm>
            <a:off x="665082" y="4769500"/>
            <a:ext cx="858651" cy="164500"/>
          </a:xfrm>
          <a:prstGeom prst="rect">
            <a:avLst/>
          </a:prstGeom>
          <a:noFill/>
          <a:ln>
            <a:noFill/>
          </a:ln>
        </p:spPr>
      </p:pic>
      <p:pic>
        <p:nvPicPr>
          <p:cNvPr id="12" name="Google Shape;28;p4">
            <a:extLst>
              <a:ext uri="{FF2B5EF4-FFF2-40B4-BE49-F238E27FC236}">
                <a16:creationId xmlns:a16="http://schemas.microsoft.com/office/drawing/2014/main" id="{A95EC9C7-2A31-4DAB-A5BF-868E04DA1DDC}"/>
              </a:ext>
            </a:extLst>
          </p:cNvPr>
          <p:cNvPicPr preferRelativeResize="0"/>
          <p:nvPr userDrawn="1"/>
        </p:nvPicPr>
        <p:blipFill>
          <a:blip r:embed="rId3">
            <a:alphaModFix/>
          </a:blip>
          <a:stretch>
            <a:fillRect/>
          </a:stretch>
        </p:blipFill>
        <p:spPr>
          <a:xfrm>
            <a:off x="0" y="4689200"/>
            <a:ext cx="614619" cy="457200"/>
          </a:xfrm>
          <a:prstGeom prst="rect">
            <a:avLst/>
          </a:prstGeom>
          <a:noFill/>
          <a:ln>
            <a:noFill/>
          </a:ln>
        </p:spPr>
      </p:pic>
      <p:sp>
        <p:nvSpPr>
          <p:cNvPr id="13" name="Google Shape;33;p5">
            <a:extLst>
              <a:ext uri="{FF2B5EF4-FFF2-40B4-BE49-F238E27FC236}">
                <a16:creationId xmlns:a16="http://schemas.microsoft.com/office/drawing/2014/main" id="{77AD9DB3-D4DF-43AD-A2B2-CA5C4531EA20}"/>
              </a:ext>
            </a:extLst>
          </p:cNvPr>
          <p:cNvSpPr txBox="1"/>
          <p:nvPr userDrawn="1"/>
        </p:nvSpPr>
        <p:spPr>
          <a:xfrm>
            <a:off x="3781329" y="4731900"/>
            <a:ext cx="1603800" cy="23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999999"/>
                </a:solidFill>
                <a:highlight>
                  <a:srgbClr val="FFFFFF"/>
                </a:highlight>
                <a:latin typeface="Calibri" panose="020F0502020204030204" pitchFamily="34" charset="0"/>
                <a:ea typeface="Proxima Nova"/>
                <a:cs typeface="Calibri" panose="020F0502020204030204" pitchFamily="34" charset="0"/>
                <a:sym typeface="Proxima Nova"/>
              </a:rPr>
              <a:t>For Internal Use Only</a:t>
            </a:r>
            <a:endParaRPr sz="800">
              <a:solidFill>
                <a:srgbClr val="999999"/>
              </a:solidFill>
              <a:highlight>
                <a:srgbClr val="FFFFFF"/>
              </a:highlight>
              <a:latin typeface="Calibri" panose="020F0502020204030204" pitchFamily="34" charset="0"/>
              <a:ea typeface="Proxima Nova"/>
              <a:cs typeface="Calibri" panose="020F0502020204030204" pitchFamily="34" charset="0"/>
              <a:sym typeface="Proxima Nova"/>
            </a:endParaRPr>
          </a:p>
        </p:txBody>
      </p:sp>
      <p:sp>
        <p:nvSpPr>
          <p:cNvPr id="14" name="Google Shape;35;p5">
            <a:extLst>
              <a:ext uri="{FF2B5EF4-FFF2-40B4-BE49-F238E27FC236}">
                <a16:creationId xmlns:a16="http://schemas.microsoft.com/office/drawing/2014/main" id="{8ED7C7C5-CC16-4C0C-AEA0-622F6B0D74FA}"/>
              </a:ext>
            </a:extLst>
          </p:cNvPr>
          <p:cNvSpPr txBox="1">
            <a:spLocks noGrp="1"/>
          </p:cNvSpPr>
          <p:nvPr>
            <p:ph type="title"/>
          </p:nvPr>
        </p:nvSpPr>
        <p:spPr>
          <a:xfrm>
            <a:off x="457200" y="274319"/>
            <a:ext cx="8217300" cy="639231"/>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2400"/>
              <a:buFont typeface="Proxima Nova"/>
              <a:buNone/>
              <a:defRPr sz="2400" b="1">
                <a:solidFill>
                  <a:schemeClr val="accent1"/>
                </a:solidFill>
                <a:latin typeface="Calibri" panose="020F0502020204030204" pitchFamily="34" charset="0"/>
                <a:ea typeface="Calibri" panose="020F0502020204030204" pitchFamily="34" charset="0"/>
                <a:cs typeface="Calibri" panose="020F0502020204030204" pitchFamily="34" charset="0"/>
                <a:sym typeface="Proxima Nova"/>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15" name="Google Shape;152;p22">
            <a:extLst>
              <a:ext uri="{FF2B5EF4-FFF2-40B4-BE49-F238E27FC236}">
                <a16:creationId xmlns:a16="http://schemas.microsoft.com/office/drawing/2014/main" id="{49278B02-5C06-4349-A09D-4185ABE6AE2C}"/>
              </a:ext>
            </a:extLst>
          </p:cNvPr>
          <p:cNvSpPr txBox="1">
            <a:spLocks noGrp="1"/>
          </p:cNvSpPr>
          <p:nvPr>
            <p:ph type="sldNum" idx="12"/>
          </p:nvPr>
        </p:nvSpPr>
        <p:spPr>
          <a:xfrm>
            <a:off x="8533909" y="4731900"/>
            <a:ext cx="463905" cy="2397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16" name="Google Shape;29;p5">
            <a:extLst>
              <a:ext uri="{FF2B5EF4-FFF2-40B4-BE49-F238E27FC236}">
                <a16:creationId xmlns:a16="http://schemas.microsoft.com/office/drawing/2014/main" id="{70868374-714F-4101-B66E-DE85DD0E45A5}"/>
              </a:ext>
            </a:extLst>
          </p:cNvPr>
          <p:cNvSpPr txBox="1">
            <a:spLocks noGrp="1"/>
          </p:cNvSpPr>
          <p:nvPr>
            <p:ph type="subTitle" idx="1"/>
          </p:nvPr>
        </p:nvSpPr>
        <p:spPr>
          <a:xfrm>
            <a:off x="457200" y="964700"/>
            <a:ext cx="8236966" cy="278100"/>
          </a:xfrm>
          <a:prstGeom prst="rect">
            <a:avLst/>
          </a:prstGeom>
          <a:noFill/>
          <a:ln>
            <a:noFill/>
          </a:ln>
        </p:spPr>
        <p:txBody>
          <a:bodyPr spcFirstLastPara="1" wrap="square" lIns="0" tIns="0" rIns="0" bIns="0" anchor="t" anchorCtr="0">
            <a:noAutofit/>
          </a:bodyPr>
          <a:lstStyle>
            <a:lvl1pPr lvl="0">
              <a:spcBef>
                <a:spcPts val="0"/>
              </a:spcBef>
              <a:spcAft>
                <a:spcPts val="0"/>
              </a:spcAft>
              <a:buSzPts val="1800"/>
              <a:buFont typeface="Proxima Nova Semibold"/>
              <a:buNone/>
              <a:defRPr sz="1800" b="0">
                <a:latin typeface="Calibri" panose="020F0502020204030204" pitchFamily="34" charset="0"/>
                <a:ea typeface="Calibri" panose="020F0502020204030204" pitchFamily="34" charset="0"/>
                <a:cs typeface="Calibri" panose="020F0502020204030204" pitchFamily="34" charset="0"/>
                <a:sym typeface="Proxima Nova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30;p5">
            <a:extLst>
              <a:ext uri="{FF2B5EF4-FFF2-40B4-BE49-F238E27FC236}">
                <a16:creationId xmlns:a16="http://schemas.microsoft.com/office/drawing/2014/main" id="{98C3FD85-401D-422D-8612-77FE99F71C5B}"/>
              </a:ext>
            </a:extLst>
          </p:cNvPr>
          <p:cNvSpPr txBox="1">
            <a:spLocks noGrp="1"/>
          </p:cNvSpPr>
          <p:nvPr>
            <p:ph type="body" idx="2"/>
          </p:nvPr>
        </p:nvSpPr>
        <p:spPr>
          <a:xfrm>
            <a:off x="457200" y="1293950"/>
            <a:ext cx="4013600" cy="3096000"/>
          </a:xfrm>
          <a:prstGeom prst="rect">
            <a:avLst/>
          </a:prstGeom>
          <a:noFill/>
          <a:ln>
            <a:noFill/>
          </a:ln>
        </p:spPr>
        <p:txBody>
          <a:bodyPr spcFirstLastPara="1" wrap="square" lIns="0" tIns="0" rIns="0" bIns="0" anchor="t" anchorCtr="0">
            <a:noAutofit/>
          </a:bodyPr>
          <a:lstStyle>
            <a:lvl1pPr marL="274320" lvl="0" indent="-180000">
              <a:spcBef>
                <a:spcPts val="0"/>
              </a:spcBef>
              <a:spcAft>
                <a:spcPts val="300"/>
              </a:spcAft>
              <a:buSzPts val="1400"/>
              <a:buFont typeface="Arial" panose="020B0604020202020204" pitchFamily="34" charset="0"/>
              <a:buChar char="•"/>
              <a:defRPr>
                <a:latin typeface="Calibri" panose="020F0502020204030204" pitchFamily="34" charset="0"/>
                <a:ea typeface="Calibri" panose="020F0502020204030204" pitchFamily="34" charset="0"/>
                <a:cs typeface="Calibri" panose="020F0502020204030204" pitchFamily="34" charset="0"/>
                <a:sym typeface="Proxima Nova"/>
              </a:defRPr>
            </a:lvl1pPr>
            <a:lvl2pPr marL="914400" lvl="1" indent="-317500">
              <a:spcBef>
                <a:spcPts val="400"/>
              </a:spcBef>
              <a:spcAft>
                <a:spcPts val="0"/>
              </a:spcAft>
              <a:buSzPts val="1400"/>
              <a:buFont typeface="Proxima Nova"/>
              <a:buChar char="○"/>
              <a:defRPr>
                <a:latin typeface="Proxima Nova"/>
                <a:ea typeface="Proxima Nova"/>
                <a:cs typeface="Proxima Nova"/>
                <a:sym typeface="Proxima Nova"/>
              </a:defRPr>
            </a:lvl2pPr>
            <a:lvl3pPr marL="1371600" lvl="2" indent="-317500">
              <a:spcBef>
                <a:spcPts val="400"/>
              </a:spcBef>
              <a:spcAft>
                <a:spcPts val="0"/>
              </a:spcAft>
              <a:buSzPts val="1400"/>
              <a:buFont typeface="Proxima Nova"/>
              <a:buChar char="■"/>
              <a:defRPr>
                <a:latin typeface="Proxima Nova"/>
                <a:ea typeface="Proxima Nova"/>
                <a:cs typeface="Proxima Nova"/>
                <a:sym typeface="Proxima Nova"/>
              </a:defRPr>
            </a:lvl3pPr>
            <a:lvl4pPr marL="1828800" lvl="3" indent="-317500">
              <a:spcBef>
                <a:spcPts val="400"/>
              </a:spcBef>
              <a:spcAft>
                <a:spcPts val="0"/>
              </a:spcAft>
              <a:buSzPts val="1400"/>
              <a:buFont typeface="Proxima Nova"/>
              <a:buChar char="●"/>
              <a:defRPr>
                <a:latin typeface="Proxima Nova"/>
                <a:ea typeface="Proxima Nova"/>
                <a:cs typeface="Proxima Nova"/>
                <a:sym typeface="Proxima Nova"/>
              </a:defRPr>
            </a:lvl4pPr>
            <a:lvl5pPr marL="2286000" lvl="4" indent="-317500">
              <a:spcBef>
                <a:spcPts val="400"/>
              </a:spcBef>
              <a:spcAft>
                <a:spcPts val="0"/>
              </a:spcAft>
              <a:buSzPts val="1400"/>
              <a:buFont typeface="Proxima Nova"/>
              <a:buChar char="○"/>
              <a:defRPr>
                <a:latin typeface="Proxima Nova"/>
                <a:ea typeface="Proxima Nova"/>
                <a:cs typeface="Proxima Nova"/>
                <a:sym typeface="Proxima Nova"/>
              </a:defRPr>
            </a:lvl5pPr>
            <a:lvl6pPr marL="2743200" lvl="5" indent="-317500">
              <a:spcBef>
                <a:spcPts val="400"/>
              </a:spcBef>
              <a:spcAft>
                <a:spcPts val="0"/>
              </a:spcAft>
              <a:buSzPts val="1400"/>
              <a:buFont typeface="Proxima Nova"/>
              <a:buChar char="■"/>
              <a:defRPr>
                <a:latin typeface="Proxima Nova"/>
                <a:ea typeface="Proxima Nova"/>
                <a:cs typeface="Proxima Nova"/>
                <a:sym typeface="Proxima Nova"/>
              </a:defRPr>
            </a:lvl6pPr>
            <a:lvl7pPr marL="3200400" lvl="6" indent="-317500">
              <a:spcBef>
                <a:spcPts val="400"/>
              </a:spcBef>
              <a:spcAft>
                <a:spcPts val="0"/>
              </a:spcAft>
              <a:buSzPts val="1400"/>
              <a:buFont typeface="Proxima Nova"/>
              <a:buChar char="●"/>
              <a:defRPr>
                <a:latin typeface="Proxima Nova"/>
                <a:ea typeface="Proxima Nova"/>
                <a:cs typeface="Proxima Nova"/>
                <a:sym typeface="Proxima Nova"/>
              </a:defRPr>
            </a:lvl7pPr>
            <a:lvl8pPr marL="3657600" lvl="7" indent="-317500">
              <a:spcBef>
                <a:spcPts val="400"/>
              </a:spcBef>
              <a:spcAft>
                <a:spcPts val="0"/>
              </a:spcAft>
              <a:buSzPts val="1400"/>
              <a:buFont typeface="Proxima Nova"/>
              <a:buChar char="○"/>
              <a:defRPr>
                <a:latin typeface="Proxima Nova"/>
                <a:ea typeface="Proxima Nova"/>
                <a:cs typeface="Proxima Nova"/>
                <a:sym typeface="Proxima Nova"/>
              </a:defRPr>
            </a:lvl8pPr>
            <a:lvl9pPr marL="4114800" lvl="8" indent="-317500">
              <a:spcBef>
                <a:spcPts val="400"/>
              </a:spcBef>
              <a:spcAft>
                <a:spcPts val="400"/>
              </a:spcAft>
              <a:buSzPts val="1400"/>
              <a:buFont typeface="Proxima Nova"/>
              <a:buChar char="■"/>
              <a:defRPr>
                <a:latin typeface="Proxima Nova"/>
                <a:ea typeface="Proxima Nova"/>
                <a:cs typeface="Proxima Nova"/>
                <a:sym typeface="Proxima Nova"/>
              </a:defRPr>
            </a:lvl9pPr>
          </a:lstStyle>
          <a:p>
            <a:endParaRPr/>
          </a:p>
        </p:txBody>
      </p:sp>
      <p:sp>
        <p:nvSpPr>
          <p:cNvPr id="18" name="Google Shape;29;p5">
            <a:extLst>
              <a:ext uri="{FF2B5EF4-FFF2-40B4-BE49-F238E27FC236}">
                <a16:creationId xmlns:a16="http://schemas.microsoft.com/office/drawing/2014/main" id="{09970362-6C77-444F-8CA3-DA481908989C}"/>
              </a:ext>
            </a:extLst>
          </p:cNvPr>
          <p:cNvSpPr txBox="1">
            <a:spLocks/>
          </p:cNvSpPr>
          <p:nvPr userDrawn="1"/>
        </p:nvSpPr>
        <p:spPr>
          <a:xfrm>
            <a:off x="4671264" y="959532"/>
            <a:ext cx="4022902" cy="2781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800"/>
              <a:buFont typeface="Proxima Nova Semibold"/>
              <a:buNone/>
              <a:defRPr sz="1800" b="1" i="0" u="none" strike="noStrike" cap="none">
                <a:solidFill>
                  <a:srgbClr val="000000"/>
                </a:solidFill>
                <a:latin typeface="+mn-lt"/>
                <a:ea typeface="Calibri" panose="020F0502020204030204" pitchFamily="34" charset="0"/>
                <a:cs typeface="Calibri" panose="020F0502020204030204" pitchFamily="34" charset="0"/>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lang="en-US">
              <a:latin typeface="Calibri" panose="020F0502020204030204" pitchFamily="34" charset="0"/>
              <a:cs typeface="Calibri" panose="020F0502020204030204" pitchFamily="34" charset="0"/>
            </a:endParaRPr>
          </a:p>
        </p:txBody>
      </p:sp>
      <p:sp>
        <p:nvSpPr>
          <p:cNvPr id="19" name="Google Shape;30;p5">
            <a:extLst>
              <a:ext uri="{FF2B5EF4-FFF2-40B4-BE49-F238E27FC236}">
                <a16:creationId xmlns:a16="http://schemas.microsoft.com/office/drawing/2014/main" id="{BC550C1D-C4C1-476F-826B-C5E3C92715E0}"/>
              </a:ext>
            </a:extLst>
          </p:cNvPr>
          <p:cNvSpPr txBox="1">
            <a:spLocks noGrp="1"/>
          </p:cNvSpPr>
          <p:nvPr>
            <p:ph type="body" idx="13"/>
          </p:nvPr>
        </p:nvSpPr>
        <p:spPr>
          <a:xfrm>
            <a:off x="4671264" y="1288782"/>
            <a:ext cx="4013600" cy="3096000"/>
          </a:xfrm>
          <a:prstGeom prst="rect">
            <a:avLst/>
          </a:prstGeom>
          <a:noFill/>
          <a:ln>
            <a:noFill/>
          </a:ln>
        </p:spPr>
        <p:txBody>
          <a:bodyPr spcFirstLastPara="1" wrap="square" lIns="0" tIns="0" rIns="0" bIns="0" anchor="t" anchorCtr="0">
            <a:noAutofit/>
          </a:bodyPr>
          <a:lstStyle>
            <a:lvl1pPr marL="274320" lvl="0" indent="-180000">
              <a:spcBef>
                <a:spcPts val="0"/>
              </a:spcBef>
              <a:spcAft>
                <a:spcPts val="300"/>
              </a:spcAft>
              <a:buSzPts val="1400"/>
              <a:buFont typeface="Arial" panose="020B0604020202020204" pitchFamily="34" charset="0"/>
              <a:buChar char="•"/>
              <a:defRPr>
                <a:latin typeface="Calibri" panose="020F0502020204030204" pitchFamily="34" charset="0"/>
                <a:ea typeface="Calibri" panose="020F0502020204030204" pitchFamily="34" charset="0"/>
                <a:cs typeface="Calibri" panose="020F0502020204030204" pitchFamily="34" charset="0"/>
                <a:sym typeface="Proxima Nova"/>
              </a:defRPr>
            </a:lvl1pPr>
            <a:lvl2pPr marL="914400" lvl="1" indent="-317500">
              <a:spcBef>
                <a:spcPts val="400"/>
              </a:spcBef>
              <a:spcAft>
                <a:spcPts val="0"/>
              </a:spcAft>
              <a:buSzPts val="1400"/>
              <a:buFont typeface="Proxima Nova"/>
              <a:buChar char="○"/>
              <a:defRPr>
                <a:latin typeface="Proxima Nova"/>
                <a:ea typeface="Proxima Nova"/>
                <a:cs typeface="Proxima Nova"/>
                <a:sym typeface="Proxima Nova"/>
              </a:defRPr>
            </a:lvl2pPr>
            <a:lvl3pPr marL="1371600" lvl="2" indent="-317500">
              <a:spcBef>
                <a:spcPts val="400"/>
              </a:spcBef>
              <a:spcAft>
                <a:spcPts val="0"/>
              </a:spcAft>
              <a:buSzPts val="1400"/>
              <a:buFont typeface="Proxima Nova"/>
              <a:buChar char="■"/>
              <a:defRPr>
                <a:latin typeface="Proxima Nova"/>
                <a:ea typeface="Proxima Nova"/>
                <a:cs typeface="Proxima Nova"/>
                <a:sym typeface="Proxima Nova"/>
              </a:defRPr>
            </a:lvl3pPr>
            <a:lvl4pPr marL="1828800" lvl="3" indent="-317500">
              <a:spcBef>
                <a:spcPts val="400"/>
              </a:spcBef>
              <a:spcAft>
                <a:spcPts val="0"/>
              </a:spcAft>
              <a:buSzPts val="1400"/>
              <a:buFont typeface="Proxima Nova"/>
              <a:buChar char="●"/>
              <a:defRPr>
                <a:latin typeface="Proxima Nova"/>
                <a:ea typeface="Proxima Nova"/>
                <a:cs typeface="Proxima Nova"/>
                <a:sym typeface="Proxima Nova"/>
              </a:defRPr>
            </a:lvl4pPr>
            <a:lvl5pPr marL="2286000" lvl="4" indent="-317500">
              <a:spcBef>
                <a:spcPts val="400"/>
              </a:spcBef>
              <a:spcAft>
                <a:spcPts val="0"/>
              </a:spcAft>
              <a:buSzPts val="1400"/>
              <a:buFont typeface="Proxima Nova"/>
              <a:buChar char="○"/>
              <a:defRPr>
                <a:latin typeface="Proxima Nova"/>
                <a:ea typeface="Proxima Nova"/>
                <a:cs typeface="Proxima Nova"/>
                <a:sym typeface="Proxima Nova"/>
              </a:defRPr>
            </a:lvl5pPr>
            <a:lvl6pPr marL="2743200" lvl="5" indent="-317500">
              <a:spcBef>
                <a:spcPts val="400"/>
              </a:spcBef>
              <a:spcAft>
                <a:spcPts val="0"/>
              </a:spcAft>
              <a:buSzPts val="1400"/>
              <a:buFont typeface="Proxima Nova"/>
              <a:buChar char="■"/>
              <a:defRPr>
                <a:latin typeface="Proxima Nova"/>
                <a:ea typeface="Proxima Nova"/>
                <a:cs typeface="Proxima Nova"/>
                <a:sym typeface="Proxima Nova"/>
              </a:defRPr>
            </a:lvl6pPr>
            <a:lvl7pPr marL="3200400" lvl="6" indent="-317500">
              <a:spcBef>
                <a:spcPts val="400"/>
              </a:spcBef>
              <a:spcAft>
                <a:spcPts val="0"/>
              </a:spcAft>
              <a:buSzPts val="1400"/>
              <a:buFont typeface="Proxima Nova"/>
              <a:buChar char="●"/>
              <a:defRPr>
                <a:latin typeface="Proxima Nova"/>
                <a:ea typeface="Proxima Nova"/>
                <a:cs typeface="Proxima Nova"/>
                <a:sym typeface="Proxima Nova"/>
              </a:defRPr>
            </a:lvl7pPr>
            <a:lvl8pPr marL="3657600" lvl="7" indent="-317500">
              <a:spcBef>
                <a:spcPts val="400"/>
              </a:spcBef>
              <a:spcAft>
                <a:spcPts val="0"/>
              </a:spcAft>
              <a:buSzPts val="1400"/>
              <a:buFont typeface="Proxima Nova"/>
              <a:buChar char="○"/>
              <a:defRPr>
                <a:latin typeface="Proxima Nova"/>
                <a:ea typeface="Proxima Nova"/>
                <a:cs typeface="Proxima Nova"/>
                <a:sym typeface="Proxima Nova"/>
              </a:defRPr>
            </a:lvl8pPr>
            <a:lvl9pPr marL="4114800" lvl="8" indent="-317500">
              <a:spcBef>
                <a:spcPts val="400"/>
              </a:spcBef>
              <a:spcAft>
                <a:spcPts val="400"/>
              </a:spcAft>
              <a:buSzPts val="1400"/>
              <a:buFont typeface="Proxima Nova"/>
              <a:buChar char="■"/>
              <a:defRPr>
                <a:latin typeface="Proxima Nova"/>
                <a:ea typeface="Proxima Nova"/>
                <a:cs typeface="Proxima Nova"/>
                <a:sym typeface="Proxima Nova"/>
              </a:defRPr>
            </a:lvl9pPr>
          </a:lstStyle>
          <a:p>
            <a:endParaRPr/>
          </a:p>
        </p:txBody>
      </p:sp>
    </p:spTree>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ingle column with image" userDrawn="1">
  <p:cSld name="Text and image slide">
    <p:spTree>
      <p:nvGrpSpPr>
        <p:cNvPr id="1" name="Shape 30"/>
        <p:cNvGrpSpPr/>
        <p:nvPr/>
      </p:nvGrpSpPr>
      <p:grpSpPr>
        <a:xfrm>
          <a:off x="0" y="0"/>
          <a:ext cx="0" cy="0"/>
          <a:chOff x="0" y="0"/>
          <a:chExt cx="0" cy="0"/>
        </a:xfrm>
      </p:grpSpPr>
      <p:sp>
        <p:nvSpPr>
          <p:cNvPr id="31" name="Google Shape;31;p5"/>
          <p:cNvSpPr>
            <a:spLocks noGrp="1"/>
          </p:cNvSpPr>
          <p:nvPr>
            <p:ph type="pic" idx="2"/>
          </p:nvPr>
        </p:nvSpPr>
        <p:spPr>
          <a:xfrm>
            <a:off x="5027125" y="0"/>
            <a:ext cx="4116900" cy="5143500"/>
          </a:xfrm>
          <a:prstGeom prst="rect">
            <a:avLst/>
          </a:prstGeom>
          <a:noFill/>
          <a:ln>
            <a:noFill/>
          </a:ln>
        </p:spPr>
      </p:sp>
      <p:pic>
        <p:nvPicPr>
          <p:cNvPr id="10" name="Google Shape;35;p5">
            <a:extLst>
              <a:ext uri="{FF2B5EF4-FFF2-40B4-BE49-F238E27FC236}">
                <a16:creationId xmlns:a16="http://schemas.microsoft.com/office/drawing/2014/main" id="{63C9CD37-8FE2-431B-91A4-8D6BBC799544}"/>
              </a:ext>
            </a:extLst>
          </p:cNvPr>
          <p:cNvPicPr preferRelativeResize="0"/>
          <p:nvPr userDrawn="1"/>
        </p:nvPicPr>
        <p:blipFill>
          <a:blip r:embed="rId2">
            <a:alphaModFix/>
          </a:blip>
          <a:stretch>
            <a:fillRect/>
          </a:stretch>
        </p:blipFill>
        <p:spPr>
          <a:xfrm>
            <a:off x="665082" y="4769500"/>
            <a:ext cx="858651" cy="164500"/>
          </a:xfrm>
          <a:prstGeom prst="rect">
            <a:avLst/>
          </a:prstGeom>
          <a:noFill/>
          <a:ln>
            <a:noFill/>
          </a:ln>
        </p:spPr>
      </p:pic>
      <p:pic>
        <p:nvPicPr>
          <p:cNvPr id="11" name="Google Shape;37;p5">
            <a:extLst>
              <a:ext uri="{FF2B5EF4-FFF2-40B4-BE49-F238E27FC236}">
                <a16:creationId xmlns:a16="http://schemas.microsoft.com/office/drawing/2014/main" id="{B187FBF1-75B2-4487-888C-D8C17677098C}"/>
              </a:ext>
            </a:extLst>
          </p:cNvPr>
          <p:cNvPicPr preferRelativeResize="0"/>
          <p:nvPr userDrawn="1"/>
        </p:nvPicPr>
        <p:blipFill>
          <a:blip r:embed="rId3">
            <a:alphaModFix/>
          </a:blip>
          <a:stretch>
            <a:fillRect/>
          </a:stretch>
        </p:blipFill>
        <p:spPr>
          <a:xfrm>
            <a:off x="0" y="4689200"/>
            <a:ext cx="614619" cy="457200"/>
          </a:xfrm>
          <a:prstGeom prst="rect">
            <a:avLst/>
          </a:prstGeom>
          <a:noFill/>
          <a:ln>
            <a:noFill/>
          </a:ln>
        </p:spPr>
      </p:pic>
      <p:sp>
        <p:nvSpPr>
          <p:cNvPr id="12" name="Google Shape;29;p5">
            <a:extLst>
              <a:ext uri="{FF2B5EF4-FFF2-40B4-BE49-F238E27FC236}">
                <a16:creationId xmlns:a16="http://schemas.microsoft.com/office/drawing/2014/main" id="{6BAC960E-61E9-4B30-A265-2AA40AC2BA42}"/>
              </a:ext>
            </a:extLst>
          </p:cNvPr>
          <p:cNvSpPr txBox="1">
            <a:spLocks noGrp="1"/>
          </p:cNvSpPr>
          <p:nvPr>
            <p:ph type="subTitle" idx="1"/>
          </p:nvPr>
        </p:nvSpPr>
        <p:spPr>
          <a:xfrm>
            <a:off x="457200" y="964700"/>
            <a:ext cx="4022902" cy="278100"/>
          </a:xfrm>
          <a:prstGeom prst="rect">
            <a:avLst/>
          </a:prstGeom>
          <a:noFill/>
          <a:ln>
            <a:noFill/>
          </a:ln>
        </p:spPr>
        <p:txBody>
          <a:bodyPr spcFirstLastPara="1" wrap="square" lIns="0" tIns="0" rIns="0" bIns="0" anchor="t" anchorCtr="0">
            <a:noAutofit/>
          </a:bodyPr>
          <a:lstStyle>
            <a:lvl1pPr lvl="0">
              <a:spcBef>
                <a:spcPts val="0"/>
              </a:spcBef>
              <a:spcAft>
                <a:spcPts val="0"/>
              </a:spcAft>
              <a:buSzPts val="1800"/>
              <a:buFont typeface="Proxima Nova Semibold"/>
              <a:buNone/>
              <a:defRPr sz="1800" b="0">
                <a:latin typeface="Calibri" panose="020F0502020204030204" pitchFamily="34" charset="0"/>
                <a:ea typeface="Calibri" panose="020F0502020204030204" pitchFamily="34" charset="0"/>
                <a:cs typeface="Calibri" panose="020F0502020204030204" pitchFamily="34" charset="0"/>
                <a:sym typeface="Proxima Nova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30;p5">
            <a:extLst>
              <a:ext uri="{FF2B5EF4-FFF2-40B4-BE49-F238E27FC236}">
                <a16:creationId xmlns:a16="http://schemas.microsoft.com/office/drawing/2014/main" id="{3BD8CE17-9818-4C30-9BCC-867550EBE3F1}"/>
              </a:ext>
            </a:extLst>
          </p:cNvPr>
          <p:cNvSpPr txBox="1">
            <a:spLocks noGrp="1"/>
          </p:cNvSpPr>
          <p:nvPr>
            <p:ph type="body" idx="10"/>
          </p:nvPr>
        </p:nvSpPr>
        <p:spPr>
          <a:xfrm>
            <a:off x="457200" y="1293950"/>
            <a:ext cx="4013600" cy="3096000"/>
          </a:xfrm>
          <a:prstGeom prst="rect">
            <a:avLst/>
          </a:prstGeom>
          <a:noFill/>
          <a:ln>
            <a:noFill/>
          </a:ln>
        </p:spPr>
        <p:txBody>
          <a:bodyPr spcFirstLastPara="1" wrap="square" lIns="0" tIns="0" rIns="0" bIns="0" anchor="t" anchorCtr="0">
            <a:noAutofit/>
          </a:bodyPr>
          <a:lstStyle>
            <a:lvl1pPr marL="274320" lvl="0" indent="-180000">
              <a:spcBef>
                <a:spcPts val="0"/>
              </a:spcBef>
              <a:spcAft>
                <a:spcPts val="300"/>
              </a:spcAft>
              <a:buSzPts val="1400"/>
              <a:buFont typeface="Arial" panose="020B0604020202020204" pitchFamily="34" charset="0"/>
              <a:buChar char="•"/>
              <a:defRPr>
                <a:latin typeface="Calibri" panose="020F0502020204030204" pitchFamily="34" charset="0"/>
                <a:ea typeface="Calibri" panose="020F0502020204030204" pitchFamily="34" charset="0"/>
                <a:cs typeface="Calibri" panose="020F0502020204030204" pitchFamily="34" charset="0"/>
                <a:sym typeface="Proxima Nova"/>
              </a:defRPr>
            </a:lvl1pPr>
            <a:lvl2pPr marL="914400" lvl="1" indent="-317500">
              <a:spcBef>
                <a:spcPts val="400"/>
              </a:spcBef>
              <a:spcAft>
                <a:spcPts val="0"/>
              </a:spcAft>
              <a:buSzPts val="1400"/>
              <a:buFont typeface="Proxima Nova"/>
              <a:buChar char="○"/>
              <a:defRPr>
                <a:latin typeface="Proxima Nova"/>
                <a:ea typeface="Proxima Nova"/>
                <a:cs typeface="Proxima Nova"/>
                <a:sym typeface="Proxima Nova"/>
              </a:defRPr>
            </a:lvl2pPr>
            <a:lvl3pPr marL="1371600" lvl="2" indent="-317500">
              <a:spcBef>
                <a:spcPts val="400"/>
              </a:spcBef>
              <a:spcAft>
                <a:spcPts val="0"/>
              </a:spcAft>
              <a:buSzPts val="1400"/>
              <a:buFont typeface="Proxima Nova"/>
              <a:buChar char="■"/>
              <a:defRPr>
                <a:latin typeface="Proxima Nova"/>
                <a:ea typeface="Proxima Nova"/>
                <a:cs typeface="Proxima Nova"/>
                <a:sym typeface="Proxima Nova"/>
              </a:defRPr>
            </a:lvl3pPr>
            <a:lvl4pPr marL="1828800" lvl="3" indent="-317500">
              <a:spcBef>
                <a:spcPts val="400"/>
              </a:spcBef>
              <a:spcAft>
                <a:spcPts val="0"/>
              </a:spcAft>
              <a:buSzPts val="1400"/>
              <a:buFont typeface="Proxima Nova"/>
              <a:buChar char="●"/>
              <a:defRPr>
                <a:latin typeface="Proxima Nova"/>
                <a:ea typeface="Proxima Nova"/>
                <a:cs typeface="Proxima Nova"/>
                <a:sym typeface="Proxima Nova"/>
              </a:defRPr>
            </a:lvl4pPr>
            <a:lvl5pPr marL="2286000" lvl="4" indent="-317500">
              <a:spcBef>
                <a:spcPts val="400"/>
              </a:spcBef>
              <a:spcAft>
                <a:spcPts val="0"/>
              </a:spcAft>
              <a:buSzPts val="1400"/>
              <a:buFont typeface="Proxima Nova"/>
              <a:buChar char="○"/>
              <a:defRPr>
                <a:latin typeface="Proxima Nova"/>
                <a:ea typeface="Proxima Nova"/>
                <a:cs typeface="Proxima Nova"/>
                <a:sym typeface="Proxima Nova"/>
              </a:defRPr>
            </a:lvl5pPr>
            <a:lvl6pPr marL="2743200" lvl="5" indent="-317500">
              <a:spcBef>
                <a:spcPts val="400"/>
              </a:spcBef>
              <a:spcAft>
                <a:spcPts val="0"/>
              </a:spcAft>
              <a:buSzPts val="1400"/>
              <a:buFont typeface="Proxima Nova"/>
              <a:buChar char="■"/>
              <a:defRPr>
                <a:latin typeface="Proxima Nova"/>
                <a:ea typeface="Proxima Nova"/>
                <a:cs typeface="Proxima Nova"/>
                <a:sym typeface="Proxima Nova"/>
              </a:defRPr>
            </a:lvl6pPr>
            <a:lvl7pPr marL="3200400" lvl="6" indent="-317500">
              <a:spcBef>
                <a:spcPts val="400"/>
              </a:spcBef>
              <a:spcAft>
                <a:spcPts val="0"/>
              </a:spcAft>
              <a:buSzPts val="1400"/>
              <a:buFont typeface="Proxima Nova"/>
              <a:buChar char="●"/>
              <a:defRPr>
                <a:latin typeface="Proxima Nova"/>
                <a:ea typeface="Proxima Nova"/>
                <a:cs typeface="Proxima Nova"/>
                <a:sym typeface="Proxima Nova"/>
              </a:defRPr>
            </a:lvl7pPr>
            <a:lvl8pPr marL="3657600" lvl="7" indent="-317500">
              <a:spcBef>
                <a:spcPts val="400"/>
              </a:spcBef>
              <a:spcAft>
                <a:spcPts val="0"/>
              </a:spcAft>
              <a:buSzPts val="1400"/>
              <a:buFont typeface="Proxima Nova"/>
              <a:buChar char="○"/>
              <a:defRPr>
                <a:latin typeface="Proxima Nova"/>
                <a:ea typeface="Proxima Nova"/>
                <a:cs typeface="Proxima Nova"/>
                <a:sym typeface="Proxima Nova"/>
              </a:defRPr>
            </a:lvl8pPr>
            <a:lvl9pPr marL="4114800" lvl="8" indent="-317500">
              <a:spcBef>
                <a:spcPts val="400"/>
              </a:spcBef>
              <a:spcAft>
                <a:spcPts val="400"/>
              </a:spcAft>
              <a:buSzPts val="1400"/>
              <a:buFont typeface="Proxima Nova"/>
              <a:buChar char="■"/>
              <a:defRPr>
                <a:latin typeface="Proxima Nova"/>
                <a:ea typeface="Proxima Nova"/>
                <a:cs typeface="Proxima Nova"/>
                <a:sym typeface="Proxima Nova"/>
              </a:defRPr>
            </a:lvl9pPr>
          </a:lstStyle>
          <a:p>
            <a:endParaRPr/>
          </a:p>
        </p:txBody>
      </p:sp>
      <p:sp>
        <p:nvSpPr>
          <p:cNvPr id="14" name="Google Shape;35;p5">
            <a:extLst>
              <a:ext uri="{FF2B5EF4-FFF2-40B4-BE49-F238E27FC236}">
                <a16:creationId xmlns:a16="http://schemas.microsoft.com/office/drawing/2014/main" id="{2489AF19-4508-4B62-AB2F-27C6A98A4A50}"/>
              </a:ext>
            </a:extLst>
          </p:cNvPr>
          <p:cNvSpPr txBox="1">
            <a:spLocks noGrp="1"/>
          </p:cNvSpPr>
          <p:nvPr>
            <p:ph type="title"/>
          </p:nvPr>
        </p:nvSpPr>
        <p:spPr>
          <a:xfrm>
            <a:off x="457200" y="274319"/>
            <a:ext cx="4449097" cy="639231"/>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2400"/>
              <a:buFont typeface="Proxima Nova"/>
              <a:buNone/>
              <a:defRPr sz="2400" b="1">
                <a:solidFill>
                  <a:schemeClr val="accent1"/>
                </a:solidFill>
                <a:latin typeface="Calibri" panose="020F0502020204030204" pitchFamily="34" charset="0"/>
                <a:ea typeface="Calibri" panose="020F0502020204030204" pitchFamily="34" charset="0"/>
                <a:cs typeface="Calibri" panose="020F0502020204030204" pitchFamily="34" charset="0"/>
                <a:sym typeface="Proxima Nova"/>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15" name="Google Shape;152;p22">
            <a:extLst>
              <a:ext uri="{FF2B5EF4-FFF2-40B4-BE49-F238E27FC236}">
                <a16:creationId xmlns:a16="http://schemas.microsoft.com/office/drawing/2014/main" id="{E70538C3-5A66-428B-A7A5-F750FDF841E0}"/>
              </a:ext>
            </a:extLst>
          </p:cNvPr>
          <p:cNvSpPr txBox="1">
            <a:spLocks noGrp="1"/>
          </p:cNvSpPr>
          <p:nvPr>
            <p:ph type="sldNum" idx="12"/>
          </p:nvPr>
        </p:nvSpPr>
        <p:spPr>
          <a:xfrm>
            <a:off x="8515980" y="4731900"/>
            <a:ext cx="463905" cy="2397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16" name="Google Shape;33;p5">
            <a:extLst>
              <a:ext uri="{FF2B5EF4-FFF2-40B4-BE49-F238E27FC236}">
                <a16:creationId xmlns:a16="http://schemas.microsoft.com/office/drawing/2014/main" id="{F894F014-2233-4FE1-9D94-98F6A7E719A0}"/>
              </a:ext>
            </a:extLst>
          </p:cNvPr>
          <p:cNvSpPr txBox="1"/>
          <p:nvPr userDrawn="1"/>
        </p:nvSpPr>
        <p:spPr>
          <a:xfrm>
            <a:off x="3338028" y="4731900"/>
            <a:ext cx="1603800" cy="23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999999"/>
                </a:solidFill>
                <a:highlight>
                  <a:srgbClr val="FFFFFF"/>
                </a:highlight>
                <a:latin typeface="Calibri" panose="020F0502020204030204" pitchFamily="34" charset="0"/>
                <a:ea typeface="Proxima Nova"/>
                <a:cs typeface="Calibri" panose="020F0502020204030204" pitchFamily="34" charset="0"/>
                <a:sym typeface="Proxima Nova"/>
              </a:rPr>
              <a:t>For Internal Use Only</a:t>
            </a:r>
            <a:endParaRPr sz="800">
              <a:solidFill>
                <a:srgbClr val="999999"/>
              </a:solidFill>
              <a:highlight>
                <a:srgbClr val="FFFFFF"/>
              </a:highlight>
              <a:latin typeface="Calibri" panose="020F0502020204030204" pitchFamily="34" charset="0"/>
              <a:ea typeface="Proxima Nova"/>
              <a:cs typeface="Calibri" panose="020F0502020204030204" pitchFamily="34" charset="0"/>
              <a:sym typeface="Proxima Nova"/>
            </a:endParaRPr>
          </a:p>
        </p:txBody>
      </p:sp>
    </p:spTree>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rofile desciption" userDrawn="1">
  <p:cSld name="Biography slide">
    <p:spTree>
      <p:nvGrpSpPr>
        <p:cNvPr id="1" name="Shape 39"/>
        <p:cNvGrpSpPr/>
        <p:nvPr/>
      </p:nvGrpSpPr>
      <p:grpSpPr>
        <a:xfrm>
          <a:off x="0" y="0"/>
          <a:ext cx="0" cy="0"/>
          <a:chOff x="0" y="0"/>
          <a:chExt cx="0" cy="0"/>
        </a:xfrm>
      </p:grpSpPr>
      <p:sp>
        <p:nvSpPr>
          <p:cNvPr id="41" name="Google Shape;41;p6"/>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43" name="Google Shape;43;p6"/>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274320" lvl="0" indent="-182880" algn="ctr" rtl="0">
              <a:spcBef>
                <a:spcPts val="0"/>
              </a:spcBef>
              <a:spcAft>
                <a:spcPts val="300"/>
              </a:spcAft>
              <a:buSzPts val="1200"/>
              <a:buFont typeface="Arial" panose="020B0604020202020204" pitchFamily="34" charset="0"/>
              <a:buChar char="•"/>
              <a:defRPr sz="1200">
                <a:latin typeface="Calibri" panose="020F0502020204030204" pitchFamily="34" charset="0"/>
                <a:ea typeface="Calibri" panose="020F0502020204030204" pitchFamily="34" charset="0"/>
                <a:cs typeface="Calibri" panose="020F0502020204030204" pitchFamily="34" charset="0"/>
                <a:sym typeface="Proxima Nova"/>
              </a:defRPr>
            </a:lvl1pPr>
            <a:lvl2pPr marL="914400" lvl="1" indent="-304800" algn="ctr" rtl="0">
              <a:spcBef>
                <a:spcPts val="400"/>
              </a:spcBef>
              <a:spcAft>
                <a:spcPts val="0"/>
              </a:spcAft>
              <a:buSzPts val="1200"/>
              <a:buFont typeface="Proxima Nova"/>
              <a:buChar char="○"/>
              <a:defRPr sz="1200">
                <a:latin typeface="Proxima Nova"/>
                <a:ea typeface="Proxima Nova"/>
                <a:cs typeface="Proxima Nova"/>
                <a:sym typeface="Proxima Nova"/>
              </a:defRPr>
            </a:lvl2pPr>
            <a:lvl3pPr marL="1371600" lvl="2" indent="-304800" algn="ctr" rtl="0">
              <a:spcBef>
                <a:spcPts val="400"/>
              </a:spcBef>
              <a:spcAft>
                <a:spcPts val="0"/>
              </a:spcAft>
              <a:buSzPts val="1200"/>
              <a:buFont typeface="Proxima Nova"/>
              <a:buChar char="■"/>
              <a:defRPr sz="1200">
                <a:latin typeface="Proxima Nova"/>
                <a:ea typeface="Proxima Nova"/>
                <a:cs typeface="Proxima Nova"/>
                <a:sym typeface="Proxima Nova"/>
              </a:defRPr>
            </a:lvl3pPr>
            <a:lvl4pPr marL="1828800" lvl="3" indent="-304800" algn="ctr" rtl="0">
              <a:spcBef>
                <a:spcPts val="400"/>
              </a:spcBef>
              <a:spcAft>
                <a:spcPts val="0"/>
              </a:spcAft>
              <a:buSzPts val="1200"/>
              <a:buFont typeface="Proxima Nova"/>
              <a:buChar char="●"/>
              <a:defRPr sz="1200">
                <a:latin typeface="Proxima Nova"/>
                <a:ea typeface="Proxima Nova"/>
                <a:cs typeface="Proxima Nova"/>
                <a:sym typeface="Proxima Nova"/>
              </a:defRPr>
            </a:lvl4pPr>
            <a:lvl5pPr marL="2286000" lvl="4" indent="-304800" algn="ctr" rtl="0">
              <a:spcBef>
                <a:spcPts val="400"/>
              </a:spcBef>
              <a:spcAft>
                <a:spcPts val="0"/>
              </a:spcAft>
              <a:buSzPts val="1200"/>
              <a:buFont typeface="Proxima Nova"/>
              <a:buChar char="○"/>
              <a:defRPr sz="1200">
                <a:latin typeface="Proxima Nova"/>
                <a:ea typeface="Proxima Nova"/>
                <a:cs typeface="Proxima Nova"/>
                <a:sym typeface="Proxima Nova"/>
              </a:defRPr>
            </a:lvl5pPr>
            <a:lvl6pPr marL="2743200" lvl="5" indent="-304800" algn="ctr" rtl="0">
              <a:spcBef>
                <a:spcPts val="400"/>
              </a:spcBef>
              <a:spcAft>
                <a:spcPts val="0"/>
              </a:spcAft>
              <a:buSzPts val="1200"/>
              <a:buFont typeface="Proxima Nova"/>
              <a:buChar char="■"/>
              <a:defRPr sz="1200">
                <a:latin typeface="Proxima Nova"/>
                <a:ea typeface="Proxima Nova"/>
                <a:cs typeface="Proxima Nova"/>
                <a:sym typeface="Proxima Nova"/>
              </a:defRPr>
            </a:lvl6pPr>
            <a:lvl7pPr marL="3200400" lvl="6" indent="-304800" algn="ctr" rtl="0">
              <a:spcBef>
                <a:spcPts val="400"/>
              </a:spcBef>
              <a:spcAft>
                <a:spcPts val="0"/>
              </a:spcAft>
              <a:buSzPts val="1200"/>
              <a:buFont typeface="Proxima Nova"/>
              <a:buChar char="●"/>
              <a:defRPr sz="1200">
                <a:latin typeface="Proxima Nova"/>
                <a:ea typeface="Proxima Nova"/>
                <a:cs typeface="Proxima Nova"/>
                <a:sym typeface="Proxima Nova"/>
              </a:defRPr>
            </a:lvl7pPr>
            <a:lvl8pPr marL="3657600" lvl="7" indent="-304800" algn="ctr" rtl="0">
              <a:spcBef>
                <a:spcPts val="400"/>
              </a:spcBef>
              <a:spcAft>
                <a:spcPts val="0"/>
              </a:spcAft>
              <a:buSzPts val="1200"/>
              <a:buFont typeface="Proxima Nova"/>
              <a:buChar char="○"/>
              <a:defRPr sz="1200">
                <a:latin typeface="Proxima Nova"/>
                <a:ea typeface="Proxima Nova"/>
                <a:cs typeface="Proxima Nova"/>
                <a:sym typeface="Proxima Nova"/>
              </a:defRPr>
            </a:lvl8pPr>
            <a:lvl9pPr marL="4114800" lvl="8" indent="-304800" algn="ctr" rtl="0">
              <a:spcBef>
                <a:spcPts val="400"/>
              </a:spcBef>
              <a:spcAft>
                <a:spcPts val="400"/>
              </a:spcAft>
              <a:buSzPts val="1200"/>
              <a:buFont typeface="Proxima Nova"/>
              <a:buChar char="■"/>
              <a:defRPr sz="1200">
                <a:latin typeface="Proxima Nova"/>
                <a:ea typeface="Proxima Nova"/>
                <a:cs typeface="Proxima Nova"/>
                <a:sym typeface="Proxima Nova"/>
              </a:defRPr>
            </a:lvl9pPr>
          </a:lstStyle>
          <a:p>
            <a:endParaRPr/>
          </a:p>
        </p:txBody>
      </p:sp>
      <p:sp>
        <p:nvSpPr>
          <p:cNvPr id="44" name="Google Shape;44;p6"/>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46" name="Google Shape;46;p6"/>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274320" lvl="0" indent="-182880" algn="ctr" rtl="0">
              <a:spcBef>
                <a:spcPts val="0"/>
              </a:spcBef>
              <a:spcAft>
                <a:spcPts val="300"/>
              </a:spcAft>
              <a:buSzPts val="1200"/>
              <a:buFont typeface="Arial" panose="020B0604020202020204" pitchFamily="34" charset="0"/>
              <a:buChar char="•"/>
              <a:defRPr sz="1200">
                <a:latin typeface="Calibri" panose="020F0502020204030204" pitchFamily="34" charset="0"/>
                <a:ea typeface="Calibri" panose="020F0502020204030204" pitchFamily="34" charset="0"/>
                <a:cs typeface="Calibri" panose="020F0502020204030204" pitchFamily="34" charset="0"/>
                <a:sym typeface="Proxima Nova"/>
              </a:defRPr>
            </a:lvl1pPr>
            <a:lvl2pPr marL="914400" lvl="1" indent="-304800" algn="ctr" rtl="0">
              <a:spcBef>
                <a:spcPts val="400"/>
              </a:spcBef>
              <a:spcAft>
                <a:spcPts val="0"/>
              </a:spcAft>
              <a:buSzPts val="1200"/>
              <a:buFont typeface="Proxima Nova"/>
              <a:buChar char="○"/>
              <a:defRPr sz="1200">
                <a:latin typeface="Proxima Nova"/>
                <a:ea typeface="Proxima Nova"/>
                <a:cs typeface="Proxima Nova"/>
                <a:sym typeface="Proxima Nova"/>
              </a:defRPr>
            </a:lvl2pPr>
            <a:lvl3pPr marL="1371600" lvl="2" indent="-304800" algn="ctr" rtl="0">
              <a:spcBef>
                <a:spcPts val="400"/>
              </a:spcBef>
              <a:spcAft>
                <a:spcPts val="0"/>
              </a:spcAft>
              <a:buSzPts val="1200"/>
              <a:buFont typeface="Proxima Nova"/>
              <a:buChar char="■"/>
              <a:defRPr sz="1200">
                <a:latin typeface="Proxima Nova"/>
                <a:ea typeface="Proxima Nova"/>
                <a:cs typeface="Proxima Nova"/>
                <a:sym typeface="Proxima Nova"/>
              </a:defRPr>
            </a:lvl3pPr>
            <a:lvl4pPr marL="1828800" lvl="3" indent="-304800" algn="ctr" rtl="0">
              <a:spcBef>
                <a:spcPts val="400"/>
              </a:spcBef>
              <a:spcAft>
                <a:spcPts val="0"/>
              </a:spcAft>
              <a:buSzPts val="1200"/>
              <a:buFont typeface="Proxima Nova"/>
              <a:buChar char="●"/>
              <a:defRPr sz="1200">
                <a:latin typeface="Proxima Nova"/>
                <a:ea typeface="Proxima Nova"/>
                <a:cs typeface="Proxima Nova"/>
                <a:sym typeface="Proxima Nova"/>
              </a:defRPr>
            </a:lvl4pPr>
            <a:lvl5pPr marL="2286000" lvl="4" indent="-304800" algn="ctr" rtl="0">
              <a:spcBef>
                <a:spcPts val="400"/>
              </a:spcBef>
              <a:spcAft>
                <a:spcPts val="0"/>
              </a:spcAft>
              <a:buSzPts val="1200"/>
              <a:buFont typeface="Proxima Nova"/>
              <a:buChar char="○"/>
              <a:defRPr sz="1200">
                <a:latin typeface="Proxima Nova"/>
                <a:ea typeface="Proxima Nova"/>
                <a:cs typeface="Proxima Nova"/>
                <a:sym typeface="Proxima Nova"/>
              </a:defRPr>
            </a:lvl5pPr>
            <a:lvl6pPr marL="2743200" lvl="5" indent="-304800" algn="ctr" rtl="0">
              <a:spcBef>
                <a:spcPts val="400"/>
              </a:spcBef>
              <a:spcAft>
                <a:spcPts val="0"/>
              </a:spcAft>
              <a:buSzPts val="1200"/>
              <a:buFont typeface="Proxima Nova"/>
              <a:buChar char="■"/>
              <a:defRPr sz="1200">
                <a:latin typeface="Proxima Nova"/>
                <a:ea typeface="Proxima Nova"/>
                <a:cs typeface="Proxima Nova"/>
                <a:sym typeface="Proxima Nova"/>
              </a:defRPr>
            </a:lvl6pPr>
            <a:lvl7pPr marL="3200400" lvl="6" indent="-304800" algn="ctr" rtl="0">
              <a:spcBef>
                <a:spcPts val="400"/>
              </a:spcBef>
              <a:spcAft>
                <a:spcPts val="0"/>
              </a:spcAft>
              <a:buSzPts val="1200"/>
              <a:buFont typeface="Proxima Nova"/>
              <a:buChar char="●"/>
              <a:defRPr sz="1200">
                <a:latin typeface="Proxima Nova"/>
                <a:ea typeface="Proxima Nova"/>
                <a:cs typeface="Proxima Nova"/>
                <a:sym typeface="Proxima Nova"/>
              </a:defRPr>
            </a:lvl7pPr>
            <a:lvl8pPr marL="3657600" lvl="7" indent="-304800" algn="ctr" rtl="0">
              <a:spcBef>
                <a:spcPts val="400"/>
              </a:spcBef>
              <a:spcAft>
                <a:spcPts val="0"/>
              </a:spcAft>
              <a:buSzPts val="1200"/>
              <a:buFont typeface="Proxima Nova"/>
              <a:buChar char="○"/>
              <a:defRPr sz="1200">
                <a:latin typeface="Proxima Nova"/>
                <a:ea typeface="Proxima Nova"/>
                <a:cs typeface="Proxima Nova"/>
                <a:sym typeface="Proxima Nova"/>
              </a:defRPr>
            </a:lvl8pPr>
            <a:lvl9pPr marL="4114800" lvl="8" indent="-304800" algn="ctr" rtl="0">
              <a:spcBef>
                <a:spcPts val="400"/>
              </a:spcBef>
              <a:spcAft>
                <a:spcPts val="400"/>
              </a:spcAft>
              <a:buSzPts val="1200"/>
              <a:buFont typeface="Proxima Nova"/>
              <a:buChar char="■"/>
              <a:defRPr sz="1200">
                <a:latin typeface="Proxima Nova"/>
                <a:ea typeface="Proxima Nova"/>
                <a:cs typeface="Proxima Nova"/>
                <a:sym typeface="Proxima Nova"/>
              </a:defRPr>
            </a:lvl9pPr>
          </a:lstStyle>
          <a:p>
            <a:endParaRPr/>
          </a:p>
        </p:txBody>
      </p:sp>
      <p:sp>
        <p:nvSpPr>
          <p:cNvPr id="47" name="Google Shape;47;p6"/>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49" name="Google Shape;49;p6"/>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274320" lvl="0" indent="-182880" algn="ctr" rtl="0">
              <a:spcBef>
                <a:spcPts val="0"/>
              </a:spcBef>
              <a:spcAft>
                <a:spcPts val="300"/>
              </a:spcAft>
              <a:buSzPts val="1200"/>
              <a:buFont typeface="Arial" panose="020B0604020202020204" pitchFamily="34" charset="0"/>
              <a:buChar char="•"/>
              <a:defRPr sz="1200">
                <a:latin typeface="Calibri" panose="020F0502020204030204" pitchFamily="34" charset="0"/>
                <a:ea typeface="Calibri" panose="020F0502020204030204" pitchFamily="34" charset="0"/>
                <a:cs typeface="Calibri" panose="020F0502020204030204" pitchFamily="34" charset="0"/>
                <a:sym typeface="Proxima Nova"/>
              </a:defRPr>
            </a:lvl1pPr>
            <a:lvl2pPr marL="914400" lvl="1" indent="-304800" algn="ctr" rtl="0">
              <a:spcBef>
                <a:spcPts val="400"/>
              </a:spcBef>
              <a:spcAft>
                <a:spcPts val="0"/>
              </a:spcAft>
              <a:buSzPts val="1200"/>
              <a:buFont typeface="Proxima Nova"/>
              <a:buChar char="○"/>
              <a:defRPr sz="1200">
                <a:latin typeface="Proxima Nova"/>
                <a:ea typeface="Proxima Nova"/>
                <a:cs typeface="Proxima Nova"/>
                <a:sym typeface="Proxima Nova"/>
              </a:defRPr>
            </a:lvl2pPr>
            <a:lvl3pPr marL="1371600" lvl="2" indent="-304800" algn="ctr" rtl="0">
              <a:spcBef>
                <a:spcPts val="400"/>
              </a:spcBef>
              <a:spcAft>
                <a:spcPts val="0"/>
              </a:spcAft>
              <a:buSzPts val="1200"/>
              <a:buFont typeface="Proxima Nova"/>
              <a:buChar char="■"/>
              <a:defRPr sz="1200">
                <a:latin typeface="Proxima Nova"/>
                <a:ea typeface="Proxima Nova"/>
                <a:cs typeface="Proxima Nova"/>
                <a:sym typeface="Proxima Nova"/>
              </a:defRPr>
            </a:lvl3pPr>
            <a:lvl4pPr marL="1828800" lvl="3" indent="-304800" algn="ctr" rtl="0">
              <a:spcBef>
                <a:spcPts val="400"/>
              </a:spcBef>
              <a:spcAft>
                <a:spcPts val="0"/>
              </a:spcAft>
              <a:buSzPts val="1200"/>
              <a:buFont typeface="Proxima Nova"/>
              <a:buChar char="●"/>
              <a:defRPr sz="1200">
                <a:latin typeface="Proxima Nova"/>
                <a:ea typeface="Proxima Nova"/>
                <a:cs typeface="Proxima Nova"/>
                <a:sym typeface="Proxima Nova"/>
              </a:defRPr>
            </a:lvl4pPr>
            <a:lvl5pPr marL="2286000" lvl="4" indent="-304800" algn="ctr" rtl="0">
              <a:spcBef>
                <a:spcPts val="400"/>
              </a:spcBef>
              <a:spcAft>
                <a:spcPts val="0"/>
              </a:spcAft>
              <a:buSzPts val="1200"/>
              <a:buFont typeface="Proxima Nova"/>
              <a:buChar char="○"/>
              <a:defRPr sz="1200">
                <a:latin typeface="Proxima Nova"/>
                <a:ea typeface="Proxima Nova"/>
                <a:cs typeface="Proxima Nova"/>
                <a:sym typeface="Proxima Nova"/>
              </a:defRPr>
            </a:lvl5pPr>
            <a:lvl6pPr marL="2743200" lvl="5" indent="-304800" algn="ctr" rtl="0">
              <a:spcBef>
                <a:spcPts val="400"/>
              </a:spcBef>
              <a:spcAft>
                <a:spcPts val="0"/>
              </a:spcAft>
              <a:buSzPts val="1200"/>
              <a:buFont typeface="Proxima Nova"/>
              <a:buChar char="■"/>
              <a:defRPr sz="1200">
                <a:latin typeface="Proxima Nova"/>
                <a:ea typeface="Proxima Nova"/>
                <a:cs typeface="Proxima Nova"/>
                <a:sym typeface="Proxima Nova"/>
              </a:defRPr>
            </a:lvl6pPr>
            <a:lvl7pPr marL="3200400" lvl="6" indent="-304800" algn="ctr" rtl="0">
              <a:spcBef>
                <a:spcPts val="400"/>
              </a:spcBef>
              <a:spcAft>
                <a:spcPts val="0"/>
              </a:spcAft>
              <a:buSzPts val="1200"/>
              <a:buFont typeface="Proxima Nova"/>
              <a:buChar char="●"/>
              <a:defRPr sz="1200">
                <a:latin typeface="Proxima Nova"/>
                <a:ea typeface="Proxima Nova"/>
                <a:cs typeface="Proxima Nova"/>
                <a:sym typeface="Proxima Nova"/>
              </a:defRPr>
            </a:lvl7pPr>
            <a:lvl8pPr marL="3657600" lvl="7" indent="-304800" algn="ctr" rtl="0">
              <a:spcBef>
                <a:spcPts val="400"/>
              </a:spcBef>
              <a:spcAft>
                <a:spcPts val="0"/>
              </a:spcAft>
              <a:buSzPts val="1200"/>
              <a:buFont typeface="Proxima Nova"/>
              <a:buChar char="○"/>
              <a:defRPr sz="1200">
                <a:latin typeface="Proxima Nova"/>
                <a:ea typeface="Proxima Nova"/>
                <a:cs typeface="Proxima Nova"/>
                <a:sym typeface="Proxima Nova"/>
              </a:defRPr>
            </a:lvl8pPr>
            <a:lvl9pPr marL="4114800" lvl="8" indent="-304800" algn="ctr" rtl="0">
              <a:spcBef>
                <a:spcPts val="400"/>
              </a:spcBef>
              <a:spcAft>
                <a:spcPts val="400"/>
              </a:spcAft>
              <a:buSzPts val="1200"/>
              <a:buFont typeface="Proxima Nova"/>
              <a:buChar char="■"/>
              <a:defRPr sz="1200">
                <a:latin typeface="Proxima Nova"/>
                <a:ea typeface="Proxima Nova"/>
                <a:cs typeface="Proxima Nova"/>
                <a:sym typeface="Proxima Nova"/>
              </a:defRPr>
            </a:lvl9pPr>
          </a:lstStyle>
          <a:p>
            <a:endParaRPr/>
          </a:p>
        </p:txBody>
      </p:sp>
      <p:pic>
        <p:nvPicPr>
          <p:cNvPr id="50" name="Google Shape;50;p6"/>
          <p:cNvPicPr preferRelativeResize="0"/>
          <p:nvPr/>
        </p:nvPicPr>
        <p:blipFill>
          <a:blip r:embed="rId2">
            <a:alphaModFix/>
          </a:blip>
          <a:stretch>
            <a:fillRect/>
          </a:stretch>
        </p:blipFill>
        <p:spPr>
          <a:xfrm>
            <a:off x="665082" y="4769500"/>
            <a:ext cx="858651" cy="164500"/>
          </a:xfrm>
          <a:prstGeom prst="rect">
            <a:avLst/>
          </a:prstGeom>
          <a:noFill/>
          <a:ln>
            <a:noFill/>
          </a:ln>
        </p:spPr>
      </p:pic>
      <p:pic>
        <p:nvPicPr>
          <p:cNvPr id="53" name="Google Shape;53;p6"/>
          <p:cNvPicPr preferRelativeResize="0"/>
          <p:nvPr/>
        </p:nvPicPr>
        <p:blipFill>
          <a:blip r:embed="rId3">
            <a:alphaModFix/>
          </a:blip>
          <a:stretch>
            <a:fillRect/>
          </a:stretch>
        </p:blipFill>
        <p:spPr>
          <a:xfrm>
            <a:off x="0" y="4689200"/>
            <a:ext cx="614619" cy="457200"/>
          </a:xfrm>
          <a:prstGeom prst="rect">
            <a:avLst/>
          </a:prstGeom>
          <a:noFill/>
          <a:ln>
            <a:noFill/>
          </a:ln>
        </p:spPr>
      </p:pic>
      <p:sp>
        <p:nvSpPr>
          <p:cNvPr id="17" name="Google Shape;33;p5">
            <a:extLst>
              <a:ext uri="{FF2B5EF4-FFF2-40B4-BE49-F238E27FC236}">
                <a16:creationId xmlns:a16="http://schemas.microsoft.com/office/drawing/2014/main" id="{FB137F9B-934A-4E7A-A4C3-FD847094740C}"/>
              </a:ext>
            </a:extLst>
          </p:cNvPr>
          <p:cNvSpPr txBox="1"/>
          <p:nvPr userDrawn="1"/>
        </p:nvSpPr>
        <p:spPr>
          <a:xfrm>
            <a:off x="3781329" y="4731900"/>
            <a:ext cx="1603800" cy="23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999999"/>
                </a:solidFill>
                <a:highlight>
                  <a:srgbClr val="FFFFFF"/>
                </a:highlight>
                <a:latin typeface="Calibri" panose="020F0502020204030204" pitchFamily="34" charset="0"/>
                <a:ea typeface="Proxima Nova"/>
                <a:cs typeface="Calibri" panose="020F0502020204030204" pitchFamily="34" charset="0"/>
                <a:sym typeface="Proxima Nova"/>
              </a:rPr>
              <a:t>For Internal Use Only</a:t>
            </a:r>
            <a:endParaRPr sz="800">
              <a:solidFill>
                <a:srgbClr val="999999"/>
              </a:solidFill>
              <a:highlight>
                <a:srgbClr val="FFFFFF"/>
              </a:highlight>
              <a:latin typeface="Calibri" panose="020F0502020204030204" pitchFamily="34" charset="0"/>
              <a:ea typeface="Proxima Nova"/>
              <a:cs typeface="Calibri" panose="020F0502020204030204" pitchFamily="34" charset="0"/>
              <a:sym typeface="Proxima Nova"/>
            </a:endParaRPr>
          </a:p>
        </p:txBody>
      </p:sp>
      <p:sp>
        <p:nvSpPr>
          <p:cNvPr id="18" name="Google Shape;152;p22">
            <a:extLst>
              <a:ext uri="{FF2B5EF4-FFF2-40B4-BE49-F238E27FC236}">
                <a16:creationId xmlns:a16="http://schemas.microsoft.com/office/drawing/2014/main" id="{DEE2D451-056D-4F97-916A-F9F9C698EAED}"/>
              </a:ext>
            </a:extLst>
          </p:cNvPr>
          <p:cNvSpPr txBox="1">
            <a:spLocks noGrp="1"/>
          </p:cNvSpPr>
          <p:nvPr>
            <p:ph type="sldNum" idx="12"/>
          </p:nvPr>
        </p:nvSpPr>
        <p:spPr>
          <a:xfrm>
            <a:off x="8515980" y="4731900"/>
            <a:ext cx="463905" cy="2397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800" b="0" i="0" u="none" strike="noStrike" cap="none">
                <a:solidFill>
                  <a:srgbClr val="888888"/>
                </a:solidFill>
                <a:latin typeface="Calibri" panose="020F0502020204030204" pitchFamily="34" charset="0"/>
                <a:ea typeface="Calibri" panose="020F0502020204030204" pitchFamily="34" charset="0"/>
                <a:cs typeface="Calibri" panose="020F0502020204030204" pitchFamily="34" charset="0"/>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19" name="Google Shape;29;p5">
            <a:extLst>
              <a:ext uri="{FF2B5EF4-FFF2-40B4-BE49-F238E27FC236}">
                <a16:creationId xmlns:a16="http://schemas.microsoft.com/office/drawing/2014/main" id="{B1128C68-5D67-42E5-8CBA-5060D5D08805}"/>
              </a:ext>
            </a:extLst>
          </p:cNvPr>
          <p:cNvSpPr txBox="1">
            <a:spLocks noGrp="1"/>
          </p:cNvSpPr>
          <p:nvPr>
            <p:ph type="subTitle" idx="1"/>
          </p:nvPr>
        </p:nvSpPr>
        <p:spPr>
          <a:xfrm>
            <a:off x="457200" y="964700"/>
            <a:ext cx="8217300" cy="278100"/>
          </a:xfrm>
          <a:prstGeom prst="rect">
            <a:avLst/>
          </a:prstGeom>
          <a:noFill/>
          <a:ln>
            <a:noFill/>
          </a:ln>
        </p:spPr>
        <p:txBody>
          <a:bodyPr spcFirstLastPara="1" wrap="square" lIns="0" tIns="0" rIns="0" bIns="0" anchor="t" anchorCtr="0">
            <a:noAutofit/>
          </a:bodyPr>
          <a:lstStyle>
            <a:lvl1pPr lvl="0">
              <a:spcBef>
                <a:spcPts val="0"/>
              </a:spcBef>
              <a:spcAft>
                <a:spcPts val="0"/>
              </a:spcAft>
              <a:buSzPts val="1800"/>
              <a:buFont typeface="Proxima Nova Semibold"/>
              <a:buNone/>
              <a:defRPr sz="1800">
                <a:latin typeface="Calibri" panose="020F0502020204030204" pitchFamily="34" charset="0"/>
                <a:ea typeface="Calibri" panose="020F0502020204030204" pitchFamily="34" charset="0"/>
                <a:cs typeface="Calibri" panose="020F0502020204030204" pitchFamily="34" charset="0"/>
                <a:sym typeface="Proxima Nova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35;p5">
            <a:extLst>
              <a:ext uri="{FF2B5EF4-FFF2-40B4-BE49-F238E27FC236}">
                <a16:creationId xmlns:a16="http://schemas.microsoft.com/office/drawing/2014/main" id="{8D58F2CB-C8CD-488A-8C96-64BAF9A4AA83}"/>
              </a:ext>
            </a:extLst>
          </p:cNvPr>
          <p:cNvSpPr txBox="1">
            <a:spLocks noGrp="1"/>
          </p:cNvSpPr>
          <p:nvPr>
            <p:ph type="title"/>
          </p:nvPr>
        </p:nvSpPr>
        <p:spPr>
          <a:xfrm>
            <a:off x="457200" y="274319"/>
            <a:ext cx="8217300" cy="639231"/>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2400"/>
              <a:buFont typeface="Proxima Nova"/>
              <a:buNone/>
              <a:defRPr sz="2400" b="1">
                <a:solidFill>
                  <a:schemeClr val="accent1"/>
                </a:solidFill>
                <a:latin typeface="Calibri" panose="020F0502020204030204" pitchFamily="34" charset="0"/>
                <a:ea typeface="Calibri" panose="020F0502020204030204" pitchFamily="34" charset="0"/>
                <a:cs typeface="Calibri" panose="020F0502020204030204" pitchFamily="34" charset="0"/>
                <a:sym typeface="Proxima Nova"/>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24" name="Google Shape;42;p6">
            <a:extLst>
              <a:ext uri="{FF2B5EF4-FFF2-40B4-BE49-F238E27FC236}">
                <a16:creationId xmlns:a16="http://schemas.microsoft.com/office/drawing/2014/main" id="{A145C40F-8E1E-444F-BBDE-497283FC58CA}"/>
              </a:ext>
            </a:extLst>
          </p:cNvPr>
          <p:cNvSpPr>
            <a:spLocks noGrp="1"/>
          </p:cNvSpPr>
          <p:nvPr>
            <p:ph type="pic" idx="2"/>
          </p:nvPr>
        </p:nvSpPr>
        <p:spPr>
          <a:xfrm>
            <a:off x="953750" y="1485825"/>
            <a:ext cx="1322700" cy="1322700"/>
          </a:xfrm>
          <a:prstGeom prst="ellipse">
            <a:avLst/>
          </a:prstGeom>
          <a:noFill/>
          <a:ln>
            <a:noFill/>
          </a:ln>
        </p:spPr>
        <p:txBody>
          <a:bodyPr/>
          <a:lstStyle>
            <a:lvl1pPr>
              <a:defRPr>
                <a:latin typeface="Calibri" panose="020F0502020204030204" pitchFamily="34" charset="0"/>
                <a:cs typeface="Calibri" panose="020F0502020204030204" pitchFamily="34" charset="0"/>
              </a:defRPr>
            </a:lvl1pPr>
          </a:lstStyle>
          <a:p>
            <a:endParaRPr lang="en-US"/>
          </a:p>
        </p:txBody>
      </p:sp>
      <p:sp>
        <p:nvSpPr>
          <p:cNvPr id="25" name="Google Shape;45;p6">
            <a:extLst>
              <a:ext uri="{FF2B5EF4-FFF2-40B4-BE49-F238E27FC236}">
                <a16:creationId xmlns:a16="http://schemas.microsoft.com/office/drawing/2014/main" id="{E5B940B2-F24E-4940-9A33-488118D63AA1}"/>
              </a:ext>
            </a:extLst>
          </p:cNvPr>
          <p:cNvSpPr>
            <a:spLocks noGrp="1"/>
          </p:cNvSpPr>
          <p:nvPr>
            <p:ph type="pic" idx="4"/>
          </p:nvPr>
        </p:nvSpPr>
        <p:spPr>
          <a:xfrm>
            <a:off x="3916950" y="1485825"/>
            <a:ext cx="1322700" cy="1322700"/>
          </a:xfrm>
          <a:prstGeom prst="ellipse">
            <a:avLst/>
          </a:prstGeom>
          <a:noFill/>
          <a:ln>
            <a:noFill/>
          </a:ln>
        </p:spPr>
        <p:txBody>
          <a:bodyPr/>
          <a:lstStyle>
            <a:lvl1pPr>
              <a:defRPr>
                <a:latin typeface="Calibri" panose="020F0502020204030204" pitchFamily="34" charset="0"/>
                <a:cs typeface="Calibri" panose="020F0502020204030204" pitchFamily="34" charset="0"/>
              </a:defRPr>
            </a:lvl1pPr>
          </a:lstStyle>
          <a:p>
            <a:endParaRPr lang="en-US"/>
          </a:p>
        </p:txBody>
      </p:sp>
      <p:sp>
        <p:nvSpPr>
          <p:cNvPr id="26" name="Google Shape;48;p6">
            <a:extLst>
              <a:ext uri="{FF2B5EF4-FFF2-40B4-BE49-F238E27FC236}">
                <a16:creationId xmlns:a16="http://schemas.microsoft.com/office/drawing/2014/main" id="{E20E0402-AE40-4FED-AC33-611C6DF8324D}"/>
              </a:ext>
            </a:extLst>
          </p:cNvPr>
          <p:cNvSpPr>
            <a:spLocks noGrp="1"/>
          </p:cNvSpPr>
          <p:nvPr>
            <p:ph type="pic" idx="6"/>
          </p:nvPr>
        </p:nvSpPr>
        <p:spPr>
          <a:xfrm>
            <a:off x="6851425" y="1485825"/>
            <a:ext cx="1322700" cy="1322700"/>
          </a:xfrm>
          <a:prstGeom prst="ellipse">
            <a:avLst/>
          </a:prstGeom>
          <a:noFill/>
          <a:ln>
            <a:noFill/>
          </a:ln>
        </p:spPr>
        <p:txBody>
          <a:bodyPr/>
          <a:lstStyle>
            <a:lvl1pPr>
              <a:defRPr>
                <a:latin typeface="Calibri" panose="020F0502020204030204" pitchFamily="34" charset="0"/>
                <a:cs typeface="Calibri" panose="020F0502020204030204" pitchFamily="34" charset="0"/>
              </a:defRPr>
            </a:lvl1pPr>
          </a:lstStyle>
          <a:p>
            <a:endParaRPr lang="en-US"/>
          </a:p>
        </p:txBody>
      </p:sp>
    </p:spTree>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break  - White ">
  <p:cSld name="Section break">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4000"/>
              <a:buFont typeface="Proxima Nova"/>
              <a:buNone/>
              <a:defRPr sz="4000">
                <a:solidFill>
                  <a:schemeClr val="accent1"/>
                </a:solidFill>
                <a:latin typeface="Calibri" panose="020F0502020204030204" pitchFamily="34" charset="0"/>
                <a:ea typeface="Calibri" panose="020F0502020204030204" pitchFamily="34" charset="0"/>
                <a:cs typeface="Calibri" panose="020F0502020204030204" pitchFamily="34" charset="0"/>
                <a:sym typeface="Proxima Nov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 name="Google Shape;57;p7"/>
          <p:cNvSpPr/>
          <p:nvPr/>
        </p:nvSpPr>
        <p:spPr>
          <a:xfrm rot="10800000" flipH="1">
            <a:off x="457200" y="914411"/>
            <a:ext cx="4769100" cy="273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ea typeface="Proxima Nova"/>
              <a:cs typeface="Calibri" panose="020F0502020204030204" pitchFamily="34" charset="0"/>
              <a:sym typeface="Proxima Nova"/>
            </a:endParaRPr>
          </a:p>
        </p:txBody>
      </p:sp>
      <p:pic>
        <p:nvPicPr>
          <p:cNvPr id="59" name="Google Shape;59;p7"/>
          <p:cNvPicPr preferRelativeResize="0"/>
          <p:nvPr/>
        </p:nvPicPr>
        <p:blipFill>
          <a:blip r:embed="rId2">
            <a:alphaModFix/>
          </a:blip>
          <a:stretch>
            <a:fillRect/>
          </a:stretch>
        </p:blipFill>
        <p:spPr>
          <a:xfrm>
            <a:off x="665082" y="4769500"/>
            <a:ext cx="858651" cy="164500"/>
          </a:xfrm>
          <a:prstGeom prst="rect">
            <a:avLst/>
          </a:prstGeom>
          <a:noFill/>
          <a:ln>
            <a:noFill/>
          </a:ln>
        </p:spPr>
      </p:pic>
      <p:pic>
        <p:nvPicPr>
          <p:cNvPr id="60" name="Google Shape;60;p7"/>
          <p:cNvPicPr preferRelativeResize="0"/>
          <p:nvPr/>
        </p:nvPicPr>
        <p:blipFill>
          <a:blip r:embed="rId3">
            <a:alphaModFix/>
          </a:blip>
          <a:stretch>
            <a:fillRect/>
          </a:stretch>
        </p:blipFill>
        <p:spPr>
          <a:xfrm>
            <a:off x="0" y="4689200"/>
            <a:ext cx="614619" cy="457200"/>
          </a:xfrm>
          <a:prstGeom prst="rect">
            <a:avLst/>
          </a:prstGeom>
          <a:noFill/>
          <a:ln>
            <a:noFill/>
          </a:ln>
        </p:spPr>
      </p:pic>
      <p:grpSp>
        <p:nvGrpSpPr>
          <p:cNvPr id="61" name="Google Shape;61;p7"/>
          <p:cNvGrpSpPr/>
          <p:nvPr/>
        </p:nvGrpSpPr>
        <p:grpSpPr>
          <a:xfrm>
            <a:off x="6588505" y="-28"/>
            <a:ext cx="2555491" cy="5143634"/>
            <a:chOff x="6484825" y="114035"/>
            <a:chExt cx="2659200" cy="5029465"/>
          </a:xfrm>
        </p:grpSpPr>
        <p:sp>
          <p:nvSpPr>
            <p:cNvPr id="62" name="Google Shape;62;p7"/>
            <p:cNvSpPr/>
            <p:nvPr/>
          </p:nvSpPr>
          <p:spPr>
            <a:xfrm rot="10800000">
              <a:off x="7629606" y="114035"/>
              <a:ext cx="1514400" cy="2285100"/>
            </a:xfrm>
            <a:prstGeom prst="rtTriangle">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63" name="Google Shape;63;p7"/>
            <p:cNvSpPr/>
            <p:nvPr/>
          </p:nvSpPr>
          <p:spPr>
            <a:xfrm rot="-5400000">
              <a:off x="5810725" y="1810200"/>
              <a:ext cx="4007400" cy="2659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grpSp>
    </p:spTree>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 you 1">
  <p:cSld name="Thank you">
    <p:spTree>
      <p:nvGrpSpPr>
        <p:cNvPr id="1" name="Shape 64"/>
        <p:cNvGrpSpPr/>
        <p:nvPr/>
      </p:nvGrpSpPr>
      <p:grpSpPr>
        <a:xfrm>
          <a:off x="0" y="0"/>
          <a:ext cx="0" cy="0"/>
          <a:chOff x="0" y="0"/>
          <a:chExt cx="0" cy="0"/>
        </a:xfrm>
      </p:grpSpPr>
      <p:sp>
        <p:nvSpPr>
          <p:cNvPr id="65" name="Google Shape;65;p8"/>
          <p:cNvSpPr txBox="1"/>
          <p:nvPr/>
        </p:nvSpPr>
        <p:spPr>
          <a:xfrm>
            <a:off x="2172524" y="1456925"/>
            <a:ext cx="5262000" cy="800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4400">
                <a:solidFill>
                  <a:schemeClr val="accent1"/>
                </a:solidFill>
                <a:latin typeface="Calibri" panose="020F0502020204030204" pitchFamily="34" charset="0"/>
                <a:ea typeface="Proxima Nova"/>
                <a:cs typeface="Calibri" panose="020F0502020204030204" pitchFamily="34" charset="0"/>
                <a:sym typeface="Proxima Nova"/>
              </a:rPr>
              <a:t>THANK YOU</a:t>
            </a:r>
            <a:endParaRPr sz="4400">
              <a:solidFill>
                <a:schemeClr val="accent1"/>
              </a:solidFill>
              <a:latin typeface="Calibri" panose="020F0502020204030204" pitchFamily="34" charset="0"/>
              <a:ea typeface="Proxima Nova"/>
              <a:cs typeface="Calibri" panose="020F0502020204030204" pitchFamily="34" charset="0"/>
              <a:sym typeface="Proxima Nova"/>
            </a:endParaRPr>
          </a:p>
        </p:txBody>
      </p:sp>
      <p:sp>
        <p:nvSpPr>
          <p:cNvPr id="66" name="Google Shape;66;p8"/>
          <p:cNvSpPr txBox="1">
            <a:spLocks noGrp="1"/>
          </p:cNvSpPr>
          <p:nvPr>
            <p:ph type="subTitle" idx="1"/>
          </p:nvPr>
        </p:nvSpPr>
        <p:spPr>
          <a:xfrm>
            <a:off x="2166199" y="2305650"/>
            <a:ext cx="5271900" cy="320700"/>
          </a:xfrm>
          <a:prstGeom prst="rect">
            <a:avLst/>
          </a:prstGeom>
          <a:noFill/>
          <a:ln>
            <a:noFill/>
          </a:ln>
        </p:spPr>
        <p:txBody>
          <a:bodyPr spcFirstLastPara="1" wrap="square" lIns="0" tIns="0" rIns="0" bIns="0" anchor="t" anchorCtr="0">
            <a:noAutofit/>
          </a:bodyPr>
          <a:lstStyle>
            <a:lvl1pPr lvl="0">
              <a:spcBef>
                <a:spcPts val="0"/>
              </a:spcBef>
              <a:spcAft>
                <a:spcPts val="0"/>
              </a:spcAft>
              <a:buSzPts val="1800"/>
              <a:buFont typeface="Proxima Nova Semibold"/>
              <a:buNone/>
              <a:defRPr sz="1800">
                <a:latin typeface="Calibri" panose="020F0502020204030204" pitchFamily="34" charset="0"/>
                <a:ea typeface="Calibri" panose="020F0502020204030204" pitchFamily="34" charset="0"/>
                <a:cs typeface="Calibri" panose="020F0502020204030204" pitchFamily="34" charset="0"/>
                <a:sym typeface="Proxima Nova Semibold"/>
              </a:defRPr>
            </a:lvl1pPr>
            <a:lvl2pPr lvl="1">
              <a:spcBef>
                <a:spcPts val="0"/>
              </a:spcBef>
              <a:spcAft>
                <a:spcPts val="0"/>
              </a:spcAft>
              <a:buSzPts val="1800"/>
              <a:buFont typeface="Proxima Nova Semibold"/>
              <a:buNone/>
              <a:defRPr sz="1800">
                <a:latin typeface="Proxima Nova Semibold"/>
                <a:ea typeface="Proxima Nova Semibold"/>
                <a:cs typeface="Proxima Nova Semibold"/>
                <a:sym typeface="Proxima Nova Semibold"/>
              </a:defRPr>
            </a:lvl2pPr>
            <a:lvl3pPr lvl="2">
              <a:spcBef>
                <a:spcPts val="0"/>
              </a:spcBef>
              <a:spcAft>
                <a:spcPts val="0"/>
              </a:spcAft>
              <a:buSzPts val="1800"/>
              <a:buFont typeface="Proxima Nova Semibold"/>
              <a:buNone/>
              <a:defRPr sz="1800">
                <a:latin typeface="Proxima Nova Semibold"/>
                <a:ea typeface="Proxima Nova Semibold"/>
                <a:cs typeface="Proxima Nova Semibold"/>
                <a:sym typeface="Proxima Nova Semibold"/>
              </a:defRPr>
            </a:lvl3pPr>
            <a:lvl4pPr lvl="3">
              <a:spcBef>
                <a:spcPts val="0"/>
              </a:spcBef>
              <a:spcAft>
                <a:spcPts val="0"/>
              </a:spcAft>
              <a:buSzPts val="1800"/>
              <a:buFont typeface="Proxima Nova Semibold"/>
              <a:buNone/>
              <a:defRPr sz="1800">
                <a:latin typeface="Proxima Nova Semibold"/>
                <a:ea typeface="Proxima Nova Semibold"/>
                <a:cs typeface="Proxima Nova Semibold"/>
                <a:sym typeface="Proxima Nova Semibold"/>
              </a:defRPr>
            </a:lvl4pPr>
            <a:lvl5pPr lvl="4">
              <a:spcBef>
                <a:spcPts val="0"/>
              </a:spcBef>
              <a:spcAft>
                <a:spcPts val="0"/>
              </a:spcAft>
              <a:buSzPts val="1800"/>
              <a:buFont typeface="Proxima Nova Semibold"/>
              <a:buNone/>
              <a:defRPr sz="1800">
                <a:latin typeface="Proxima Nova Semibold"/>
                <a:ea typeface="Proxima Nova Semibold"/>
                <a:cs typeface="Proxima Nova Semibold"/>
                <a:sym typeface="Proxima Nova Semibold"/>
              </a:defRPr>
            </a:lvl5pPr>
            <a:lvl6pPr lvl="5">
              <a:spcBef>
                <a:spcPts val="0"/>
              </a:spcBef>
              <a:spcAft>
                <a:spcPts val="0"/>
              </a:spcAft>
              <a:buSzPts val="1800"/>
              <a:buFont typeface="Proxima Nova Semibold"/>
              <a:buNone/>
              <a:defRPr sz="1800">
                <a:latin typeface="Proxima Nova Semibold"/>
                <a:ea typeface="Proxima Nova Semibold"/>
                <a:cs typeface="Proxima Nova Semibold"/>
                <a:sym typeface="Proxima Nova Semibold"/>
              </a:defRPr>
            </a:lvl6pPr>
            <a:lvl7pPr lvl="6">
              <a:spcBef>
                <a:spcPts val="0"/>
              </a:spcBef>
              <a:spcAft>
                <a:spcPts val="0"/>
              </a:spcAft>
              <a:buSzPts val="1800"/>
              <a:buFont typeface="Proxima Nova Semibold"/>
              <a:buNone/>
              <a:defRPr sz="1800">
                <a:latin typeface="Proxima Nova Semibold"/>
                <a:ea typeface="Proxima Nova Semibold"/>
                <a:cs typeface="Proxima Nova Semibold"/>
                <a:sym typeface="Proxima Nova Semibold"/>
              </a:defRPr>
            </a:lvl7pPr>
            <a:lvl8pPr lvl="7">
              <a:spcBef>
                <a:spcPts val="0"/>
              </a:spcBef>
              <a:spcAft>
                <a:spcPts val="0"/>
              </a:spcAft>
              <a:buSzPts val="1800"/>
              <a:buFont typeface="Proxima Nova Semibold"/>
              <a:buNone/>
              <a:defRPr sz="1800">
                <a:latin typeface="Proxima Nova Semibold"/>
                <a:ea typeface="Proxima Nova Semibold"/>
                <a:cs typeface="Proxima Nova Semibold"/>
                <a:sym typeface="Proxima Nova Semibold"/>
              </a:defRPr>
            </a:lvl8pPr>
            <a:lvl9pPr lvl="8">
              <a:spcBef>
                <a:spcPts val="0"/>
              </a:spcBef>
              <a:spcAft>
                <a:spcPts val="0"/>
              </a:spcAft>
              <a:buSzPts val="1800"/>
              <a:buFont typeface="Proxima Nova Semibold"/>
              <a:buNone/>
              <a:defRPr sz="1800">
                <a:latin typeface="Proxima Nova Semibold"/>
                <a:ea typeface="Proxima Nova Semibold"/>
                <a:cs typeface="Proxima Nova Semibold"/>
                <a:sym typeface="Proxima Nova Semibold"/>
              </a:defRPr>
            </a:lvl9pPr>
          </a:lstStyle>
          <a:p>
            <a:endParaRPr/>
          </a:p>
        </p:txBody>
      </p:sp>
      <p:pic>
        <p:nvPicPr>
          <p:cNvPr id="67" name="Google Shape;67;p8"/>
          <p:cNvPicPr preferRelativeResize="0"/>
          <p:nvPr/>
        </p:nvPicPr>
        <p:blipFill rotWithShape="1">
          <a:blip r:embed="rId2">
            <a:alphaModFix/>
          </a:blip>
          <a:srcRect l="75973" b="53060"/>
          <a:stretch/>
        </p:blipFill>
        <p:spPr>
          <a:xfrm>
            <a:off x="0" y="3412175"/>
            <a:ext cx="2049152" cy="1731325"/>
          </a:xfrm>
          <a:prstGeom prst="rect">
            <a:avLst/>
          </a:prstGeom>
          <a:noFill/>
          <a:ln>
            <a:noFill/>
          </a:ln>
        </p:spPr>
      </p:pic>
      <p:sp>
        <p:nvSpPr>
          <p:cNvPr id="68" name="Google Shape;68;p8"/>
          <p:cNvSpPr txBox="1"/>
          <p:nvPr/>
        </p:nvSpPr>
        <p:spPr>
          <a:xfrm>
            <a:off x="2166200" y="3363550"/>
            <a:ext cx="6489000" cy="1189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a:solidFill>
                  <a:schemeClr val="accent1"/>
                </a:solidFill>
                <a:latin typeface="Calibri" panose="020F0502020204030204" pitchFamily="34" charset="0"/>
                <a:ea typeface="Proxima Nova Semibold"/>
                <a:cs typeface="Calibri" panose="020F0502020204030204" pitchFamily="34" charset="0"/>
                <a:sym typeface="Proxima Nova Semibold"/>
              </a:rPr>
              <a:t>About Relevantz</a:t>
            </a:r>
            <a:endParaRPr>
              <a:solidFill>
                <a:schemeClr val="accent1"/>
              </a:solidFill>
              <a:latin typeface="Calibri" panose="020F0502020204030204" pitchFamily="34" charset="0"/>
              <a:ea typeface="Proxima Nova Semibold"/>
              <a:cs typeface="Calibri" panose="020F0502020204030204" pitchFamily="34" charset="0"/>
              <a:sym typeface="Proxima Nova Semibold"/>
            </a:endParaRPr>
          </a:p>
          <a:p>
            <a:pPr marL="0" lvl="0" indent="0" algn="l" rtl="0">
              <a:lnSpc>
                <a:spcPct val="100000"/>
              </a:lnSpc>
              <a:spcBef>
                <a:spcPts val="400"/>
              </a:spcBef>
              <a:spcAft>
                <a:spcPts val="0"/>
              </a:spcAft>
              <a:buClr>
                <a:schemeClr val="dk1"/>
              </a:buClr>
              <a:buSzPts val="1100"/>
              <a:buFont typeface="Arial"/>
              <a:buNone/>
            </a:pPr>
            <a:r>
              <a:rPr lang="en-US" sz="1000">
                <a:solidFill>
                  <a:schemeClr val="tx1"/>
                </a:solidFill>
                <a:latin typeface="Calibri" panose="020F0502020204030204" pitchFamily="34" charset="0"/>
                <a:cs typeface="Calibri" panose="020F0502020204030204" pitchFamily="34" charset="0"/>
              </a:rPr>
              <a:t>Relevantz Technology Services Inc. has been delivering relevant technology solutions for leading enterprises and ISVs for over 25+ years. Our team of 1200+ software engineers across 4 global offices serves customers across the finance, healthcare, insurance, media, telecom, retail, and technology sectors. Learn more at </a:t>
            </a:r>
            <a:r>
              <a:rPr lang="en-US" sz="1000">
                <a:solidFill>
                  <a:schemeClr val="accent1"/>
                </a:solidFill>
                <a:latin typeface="Calibri" panose="020F0502020204030204" pitchFamily="34" charset="0"/>
                <a:cs typeface="Calibri" panose="020F0502020204030204" pitchFamily="34" charset="0"/>
                <a:hlinkClick r:id="rId3" tooltip="https://www.relevantz.com/">
                  <a:extLst>
                    <a:ext uri="{A12FA001-AC4F-418D-AE19-62706E023703}">
                      <ahyp:hlinkClr xmlns:ahyp="http://schemas.microsoft.com/office/drawing/2018/hyperlinkcolor" val="tx"/>
                    </a:ext>
                  </a:extLst>
                </a:hlinkClick>
              </a:rPr>
              <a:t>www.relevantz.com</a:t>
            </a:r>
            <a:r>
              <a:rPr lang="en-US" sz="1000">
                <a:solidFill>
                  <a:schemeClr val="accent1"/>
                </a:solidFill>
                <a:latin typeface="Calibri" panose="020F0502020204030204" pitchFamily="34" charset="0"/>
                <a:cs typeface="Calibri" panose="020F0502020204030204" pitchFamily="34" charset="0"/>
              </a:rPr>
              <a:t> </a:t>
            </a:r>
            <a:r>
              <a:rPr lang="en-US" sz="1000">
                <a:solidFill>
                  <a:schemeClr val="tx1"/>
                </a:solidFill>
                <a:latin typeface="Calibri" panose="020F0502020204030204" pitchFamily="34" charset="0"/>
                <a:cs typeface="Calibri" panose="020F0502020204030204" pitchFamily="34" charset="0"/>
              </a:rPr>
              <a:t>or </a:t>
            </a:r>
            <a:r>
              <a:rPr lang="en-US" sz="1000">
                <a:solidFill>
                  <a:schemeClr val="accent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@relevantztech</a:t>
            </a:r>
            <a:r>
              <a:rPr lang="en-US" sz="1000">
                <a:solidFill>
                  <a:schemeClr val="tx1"/>
                </a:solidFill>
                <a:latin typeface="Calibri" panose="020F0502020204030204" pitchFamily="34" charset="0"/>
                <a:cs typeface="Calibri" panose="020F0502020204030204" pitchFamily="34" charset="0"/>
              </a:rPr>
              <a:t>.</a:t>
            </a:r>
          </a:p>
          <a:p>
            <a:pPr marL="0" lvl="0" indent="0" algn="l" rtl="0">
              <a:lnSpc>
                <a:spcPct val="100000"/>
              </a:lnSpc>
              <a:spcBef>
                <a:spcPts val="400"/>
              </a:spcBef>
              <a:spcAft>
                <a:spcPts val="0"/>
              </a:spcAft>
              <a:buClr>
                <a:schemeClr val="dk1"/>
              </a:buClr>
              <a:buSzPts val="1100"/>
              <a:buFont typeface="Arial"/>
              <a:buNone/>
            </a:pPr>
            <a:endParaRPr sz="1000">
              <a:latin typeface="Calibri" panose="020F0502020204030204" pitchFamily="34" charset="0"/>
              <a:ea typeface="Proxima Nova Semibold"/>
              <a:cs typeface="Calibri" panose="020F0502020204030204" pitchFamily="34" charset="0"/>
              <a:sym typeface="Proxima Nova Semibold"/>
            </a:endParaRPr>
          </a:p>
          <a:p>
            <a:pPr marL="0" lvl="0" indent="0" algn="l" rtl="0">
              <a:lnSpc>
                <a:spcPct val="100000"/>
              </a:lnSpc>
              <a:spcBef>
                <a:spcPts val="400"/>
              </a:spcBef>
              <a:spcAft>
                <a:spcPts val="400"/>
              </a:spcAft>
              <a:buClr>
                <a:schemeClr val="dk1"/>
              </a:buClr>
              <a:buSzPts val="1100"/>
              <a:buFont typeface="Arial"/>
              <a:buNone/>
            </a:pPr>
            <a:r>
              <a:rPr lang="en" sz="1000">
                <a:latin typeface="Calibri" panose="020F0502020204030204" pitchFamily="34" charset="0"/>
                <a:ea typeface="Proxima Nova"/>
                <a:cs typeface="Calibri" panose="020F0502020204030204" pitchFamily="34" charset="0"/>
                <a:sym typeface="Proxima Nova"/>
              </a:rPr>
              <a:t>© 2025 Relevantz Technology Services, Inc. All rights reserved.</a:t>
            </a:r>
            <a:endParaRPr sz="1000">
              <a:latin typeface="Calibri" panose="020F0502020204030204" pitchFamily="34" charset="0"/>
              <a:ea typeface="Proxima Nova"/>
              <a:cs typeface="Calibri" panose="020F0502020204030204" pitchFamily="34" charset="0"/>
              <a:sym typeface="Proxima Nova"/>
            </a:endParaRPr>
          </a:p>
        </p:txBody>
      </p:sp>
      <p:sp>
        <p:nvSpPr>
          <p:cNvPr id="69" name="Google Shape;69;p8"/>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ea typeface="Proxima Nova"/>
              <a:cs typeface="Calibri" panose="020F0502020204030204" pitchFamily="34" charset="0"/>
              <a:sym typeface="Proxima Nova"/>
            </a:endParaRPr>
          </a:p>
        </p:txBody>
      </p:sp>
      <p:pic>
        <p:nvPicPr>
          <p:cNvPr id="70" name="Google Shape;70;p8"/>
          <p:cNvPicPr preferRelativeResize="0"/>
          <p:nvPr/>
        </p:nvPicPr>
        <p:blipFill>
          <a:blip r:embed="rId5">
            <a:alphaModFix/>
          </a:blip>
          <a:stretch>
            <a:fillRect/>
          </a:stretch>
        </p:blipFill>
        <p:spPr>
          <a:xfrm>
            <a:off x="6869500" y="422954"/>
            <a:ext cx="1785676" cy="41595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60E1C-DEA5-906C-2995-14F06B46A0E6}"/>
              </a:ext>
            </a:extLst>
          </p:cNvPr>
          <p:cNvSpPr>
            <a:spLocks noGrp="1"/>
          </p:cNvSpPr>
          <p:nvPr>
            <p:ph type="title"/>
          </p:nvPr>
        </p:nvSpPr>
        <p:spPr>
          <a:xfrm>
            <a:off x="3645849" y="1606150"/>
            <a:ext cx="5040951" cy="691370"/>
          </a:xfrm>
        </p:spPr>
        <p:txBody>
          <a:bodyPr/>
          <a:lstStyle/>
          <a:p>
            <a:r>
              <a:rPr lang="en-GB" dirty="0">
                <a:latin typeface="Calibri"/>
                <a:ea typeface="Calibri"/>
                <a:cs typeface="Calibri"/>
              </a:rPr>
              <a:t>NGINX</a:t>
            </a:r>
          </a:p>
        </p:txBody>
      </p:sp>
      <p:sp>
        <p:nvSpPr>
          <p:cNvPr id="3" name="Subtitle 2">
            <a:extLst>
              <a:ext uri="{FF2B5EF4-FFF2-40B4-BE49-F238E27FC236}">
                <a16:creationId xmlns:a16="http://schemas.microsoft.com/office/drawing/2014/main" id="{55D72067-5E70-0204-9BF6-687ACDF0A992}"/>
              </a:ext>
            </a:extLst>
          </p:cNvPr>
          <p:cNvSpPr>
            <a:spLocks noGrp="1"/>
          </p:cNvSpPr>
          <p:nvPr>
            <p:ph type="subTitle" idx="1"/>
          </p:nvPr>
        </p:nvSpPr>
        <p:spPr>
          <a:xfrm>
            <a:off x="3651850" y="2410129"/>
            <a:ext cx="5034900" cy="325800"/>
          </a:xfrm>
        </p:spPr>
        <p:txBody>
          <a:bodyPr/>
          <a:lstStyle/>
          <a:p>
            <a:r>
              <a:rPr lang="en-GB" sz="1400" dirty="0">
                <a:latin typeface="Calibri"/>
                <a:ea typeface="Calibri"/>
                <a:cs typeface="Calibri"/>
              </a:rPr>
              <a:t>A Powerful Web Server, Reverse Proxy, and Load Balancer</a:t>
            </a:r>
            <a:endParaRPr lang="en-US" dirty="0"/>
          </a:p>
        </p:txBody>
      </p:sp>
    </p:spTree>
    <p:extLst>
      <p:ext uri="{BB962C8B-B14F-4D97-AF65-F5344CB8AC3E}">
        <p14:creationId xmlns:p14="http://schemas.microsoft.com/office/powerpoint/2010/main" val="78553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3" name="Subtitle 2">
            <a:extLst>
              <a:ext uri="{FF2B5EF4-FFF2-40B4-BE49-F238E27FC236}">
                <a16:creationId xmlns:a16="http://schemas.microsoft.com/office/drawing/2014/main" id="{73CC276F-A417-8730-033D-DBF0E46C7DD4}"/>
              </a:ext>
            </a:extLst>
          </p:cNvPr>
          <p:cNvSpPr>
            <a:spLocks noGrp="1"/>
          </p:cNvSpPr>
          <p:nvPr>
            <p:ph type="subTitle" idx="4294967295"/>
          </p:nvPr>
        </p:nvSpPr>
        <p:spPr>
          <a:xfrm>
            <a:off x="4065588" y="2065338"/>
            <a:ext cx="5078412" cy="814387"/>
          </a:xfrm>
          <a:prstGeom prst="rect">
            <a:avLst/>
          </a:prstGeom>
        </p:spPr>
        <p:txBody>
          <a:bodyPr/>
          <a:lstStyle/>
          <a:p>
            <a:endParaRPr lang="en-US" sz="2400"/>
          </a:p>
          <a:p>
            <a:r>
              <a:rPr lang="en-US" sz="2400">
                <a:latin typeface="Calibri"/>
                <a:ea typeface="Calibri"/>
                <a:cs typeface="Calibri"/>
              </a:rPr>
              <a:t>     </a:t>
            </a:r>
            <a:endParaRPr lang="en-US" sz="2400"/>
          </a:p>
        </p:txBody>
      </p:sp>
      <p:sp>
        <p:nvSpPr>
          <p:cNvPr id="4" name="Title 1">
            <a:extLst>
              <a:ext uri="{FF2B5EF4-FFF2-40B4-BE49-F238E27FC236}">
                <a16:creationId xmlns:a16="http://schemas.microsoft.com/office/drawing/2014/main" id="{3D31048B-6E47-31FA-60D6-0394472F4B07}"/>
              </a:ext>
            </a:extLst>
          </p:cNvPr>
          <p:cNvSpPr txBox="1">
            <a:spLocks/>
          </p:cNvSpPr>
          <p:nvPr/>
        </p:nvSpPr>
        <p:spPr>
          <a:xfrm>
            <a:off x="454075" y="484716"/>
            <a:ext cx="5040951" cy="69137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Calibri" panose="020F0502020204030204" pitchFamily="34" charset="0"/>
                <a:ea typeface="Calibri" panose="020F0502020204030204" pitchFamily="34" charset="0"/>
                <a:cs typeface="Calibri" panose="020F0502020204030204" pitchFamily="34" charset="0"/>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sz="2800" b="1" dirty="0">
                <a:latin typeface="Calibri"/>
                <a:ea typeface="Calibri"/>
                <a:cs typeface="Calibri"/>
              </a:rPr>
              <a:t>Agenda</a:t>
            </a:r>
            <a:endParaRPr lang="en-GB" sz="2800" b="1" dirty="0"/>
          </a:p>
        </p:txBody>
      </p:sp>
      <p:sp>
        <p:nvSpPr>
          <p:cNvPr id="2" name="TextBox 1">
            <a:extLst>
              <a:ext uri="{FF2B5EF4-FFF2-40B4-BE49-F238E27FC236}">
                <a16:creationId xmlns:a16="http://schemas.microsoft.com/office/drawing/2014/main" id="{5D60F755-216F-97BA-BC75-6336E062DE0F}"/>
              </a:ext>
            </a:extLst>
          </p:cNvPr>
          <p:cNvSpPr txBox="1"/>
          <p:nvPr/>
        </p:nvSpPr>
        <p:spPr>
          <a:xfrm>
            <a:off x="560294" y="1176617"/>
            <a:ext cx="5163797" cy="2960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Char char="•"/>
            </a:pPr>
            <a:r>
              <a:rPr lang="en-US" dirty="0"/>
              <a:t>What is NGINX ?</a:t>
            </a:r>
          </a:p>
          <a:p>
            <a:pPr marL="285750" indent="-285750">
              <a:lnSpc>
                <a:spcPct val="150000"/>
              </a:lnSpc>
              <a:buChar char="•"/>
            </a:pPr>
            <a:r>
              <a:rPr lang="en-US" dirty="0"/>
              <a:t>Roles of NGINX</a:t>
            </a:r>
          </a:p>
          <a:p>
            <a:pPr marL="285750" indent="-285750">
              <a:lnSpc>
                <a:spcPct val="150000"/>
              </a:lnSpc>
              <a:buChar char="•"/>
            </a:pPr>
            <a:r>
              <a:rPr lang="en-US" dirty="0"/>
              <a:t>Working of NGINX</a:t>
            </a:r>
          </a:p>
          <a:p>
            <a:pPr marL="285750" indent="-285750">
              <a:lnSpc>
                <a:spcPct val="150000"/>
              </a:lnSpc>
              <a:buChar char="•"/>
            </a:pPr>
            <a:r>
              <a:rPr lang="en-US" dirty="0"/>
              <a:t>6WH Model</a:t>
            </a:r>
          </a:p>
          <a:p>
            <a:pPr marL="285750" indent="-285750">
              <a:lnSpc>
                <a:spcPct val="150000"/>
              </a:lnSpc>
              <a:buChar char="•"/>
            </a:pPr>
            <a:r>
              <a:rPr lang="en-US" dirty="0"/>
              <a:t>Live Demo</a:t>
            </a:r>
          </a:p>
          <a:p>
            <a:pPr marL="285750" indent="-285750">
              <a:lnSpc>
                <a:spcPct val="150000"/>
              </a:lnSpc>
              <a:buChar char="•"/>
            </a:pPr>
            <a:r>
              <a:rPr lang="en-US" dirty="0"/>
              <a:t>Benefits</a:t>
            </a:r>
          </a:p>
          <a:p>
            <a:pPr marL="285750" indent="-285750">
              <a:lnSpc>
                <a:spcPct val="150000"/>
              </a:lnSpc>
              <a:buChar char="•"/>
            </a:pPr>
            <a:r>
              <a:rPr lang="en-US" dirty="0"/>
              <a:t>Q&amp;A</a:t>
            </a:r>
          </a:p>
          <a:p>
            <a:pPr marL="285750" indent="-285750">
              <a:lnSpc>
                <a:spcPct val="150000"/>
              </a:lnSpc>
              <a:buChar char="•"/>
            </a:pPr>
            <a:endParaRPr lang="en-US" dirty="0"/>
          </a:p>
          <a:p>
            <a:pPr marL="285750" indent="-285750">
              <a:lnSpc>
                <a:spcPct val="150000"/>
              </a:lnSpc>
              <a:buChar char="•"/>
            </a:pPr>
            <a:endParaRPr lang="en-US" dirty="0"/>
          </a:p>
        </p:txBody>
      </p:sp>
    </p:spTree>
    <p:extLst>
      <p:ext uri="{BB962C8B-B14F-4D97-AF65-F5344CB8AC3E}">
        <p14:creationId xmlns:p14="http://schemas.microsoft.com/office/powerpoint/2010/main" val="2638637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E9382C3-1136-06E4-64E5-0B3335AD41B3}"/>
              </a:ext>
            </a:extLst>
          </p:cNvPr>
          <p:cNvSpPr>
            <a:spLocks noGrp="1"/>
          </p:cNvSpPr>
          <p:nvPr>
            <p:ph type="body" idx="2"/>
          </p:nvPr>
        </p:nvSpPr>
        <p:spPr/>
        <p:txBody>
          <a:bodyPr/>
          <a:lstStyle/>
          <a:p>
            <a:r>
              <a:rPr lang="en-US" dirty="0">
                <a:latin typeface="Calibri"/>
                <a:ea typeface="Calibri"/>
                <a:cs typeface="Calibri"/>
              </a:rPr>
              <a:t>NGINX (pronounced "engine-X") is a versatile open-source software primarily used as a high-performance web server, reverse proxy, load balancer, and HTTP cache.</a:t>
            </a:r>
            <a:endParaRPr lang="en-US" dirty="0"/>
          </a:p>
          <a:p>
            <a:endParaRPr lang="en-US" dirty="0">
              <a:latin typeface="Calibri"/>
              <a:ea typeface="Calibri"/>
              <a:cs typeface="Calibri"/>
            </a:endParaRPr>
          </a:p>
          <a:p>
            <a:r>
              <a:rPr lang="en-US" dirty="0">
                <a:latin typeface="Calibri"/>
                <a:ea typeface="Calibri"/>
                <a:cs typeface="Calibri"/>
              </a:rPr>
              <a:t>It's known for its efficiency, scalability, and ability to handle numerous concurrent connections.</a:t>
            </a:r>
          </a:p>
        </p:txBody>
      </p:sp>
      <p:sp>
        <p:nvSpPr>
          <p:cNvPr id="4" name="Title 3">
            <a:extLst>
              <a:ext uri="{FF2B5EF4-FFF2-40B4-BE49-F238E27FC236}">
                <a16:creationId xmlns:a16="http://schemas.microsoft.com/office/drawing/2014/main" id="{0851BE6B-51C4-C18F-40AE-711C5549D625}"/>
              </a:ext>
            </a:extLst>
          </p:cNvPr>
          <p:cNvSpPr>
            <a:spLocks noGrp="1"/>
          </p:cNvSpPr>
          <p:nvPr>
            <p:ph type="title"/>
          </p:nvPr>
        </p:nvSpPr>
        <p:spPr/>
        <p:txBody>
          <a:bodyPr/>
          <a:lstStyle/>
          <a:p>
            <a:r>
              <a:rPr lang="en-US" dirty="0">
                <a:latin typeface="Calibri"/>
                <a:ea typeface="Calibri"/>
                <a:cs typeface="Calibri"/>
              </a:rPr>
              <a:t>What is NGINX?</a:t>
            </a:r>
            <a:endParaRPr lang="en-US" dirty="0"/>
          </a:p>
        </p:txBody>
      </p:sp>
      <p:sp>
        <p:nvSpPr>
          <p:cNvPr id="5" name="Slide Number Placeholder 4">
            <a:extLst>
              <a:ext uri="{FF2B5EF4-FFF2-40B4-BE49-F238E27FC236}">
                <a16:creationId xmlns:a16="http://schemas.microsoft.com/office/drawing/2014/main" id="{CA5889D4-92C8-9D35-D361-56ECEADECA81}"/>
              </a:ext>
            </a:extLst>
          </p:cNvPr>
          <p:cNvSpPr>
            <a:spLocks noGrp="1"/>
          </p:cNvSpPr>
          <p:nvPr>
            <p:ph type="sldNum" idx="12"/>
          </p:nvPr>
        </p:nvSpPr>
        <p:spPr/>
        <p:txBody>
          <a:bodyPr/>
          <a:lstStyle/>
          <a:p>
            <a:fld id="{00000000-1234-1234-1234-123412341234}" type="slidenum">
              <a:rPr lang="en" smtClean="0"/>
              <a:pPr/>
              <a:t>3</a:t>
            </a:fld>
            <a:endParaRPr lang="en"/>
          </a:p>
        </p:txBody>
      </p:sp>
      <p:pic>
        <p:nvPicPr>
          <p:cNvPr id="6" name="Picture 5" descr="Nginx Server Security: Nginx Hardening Guide">
            <a:extLst>
              <a:ext uri="{FF2B5EF4-FFF2-40B4-BE49-F238E27FC236}">
                <a16:creationId xmlns:a16="http://schemas.microsoft.com/office/drawing/2014/main" id="{F01AC0A1-18EF-BA22-07E7-C66477F9636C}"/>
              </a:ext>
            </a:extLst>
          </p:cNvPr>
          <p:cNvPicPr>
            <a:picLocks noChangeAspect="1"/>
          </p:cNvPicPr>
          <p:nvPr/>
        </p:nvPicPr>
        <p:blipFill>
          <a:blip r:embed="rId2"/>
          <a:stretch>
            <a:fillRect/>
          </a:stretch>
        </p:blipFill>
        <p:spPr>
          <a:xfrm>
            <a:off x="1960354" y="2573783"/>
            <a:ext cx="5201726" cy="2066272"/>
          </a:xfrm>
          <a:prstGeom prst="rect">
            <a:avLst/>
          </a:prstGeom>
        </p:spPr>
      </p:pic>
    </p:spTree>
    <p:extLst>
      <p:ext uri="{BB962C8B-B14F-4D97-AF65-F5344CB8AC3E}">
        <p14:creationId xmlns:p14="http://schemas.microsoft.com/office/powerpoint/2010/main" val="3396293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D2C53E7-C140-6034-6072-72C30531EB8B}"/>
              </a:ext>
            </a:extLst>
          </p:cNvPr>
          <p:cNvSpPr>
            <a:spLocks noGrp="1"/>
          </p:cNvSpPr>
          <p:nvPr>
            <p:ph type="subTitle" idx="1"/>
          </p:nvPr>
        </p:nvSpPr>
        <p:spPr/>
        <p:txBody>
          <a:bodyPr/>
          <a:lstStyle/>
          <a:p>
            <a:r>
              <a:rPr lang="en-US" dirty="0">
                <a:latin typeface="Calibri"/>
                <a:ea typeface="Calibri"/>
                <a:cs typeface="Calibri"/>
              </a:rPr>
              <a:t>Without NGINX</a:t>
            </a:r>
            <a:endParaRPr lang="en-US" dirty="0"/>
          </a:p>
        </p:txBody>
      </p:sp>
      <p:sp>
        <p:nvSpPr>
          <p:cNvPr id="4" name="Title 3">
            <a:extLst>
              <a:ext uri="{FF2B5EF4-FFF2-40B4-BE49-F238E27FC236}">
                <a16:creationId xmlns:a16="http://schemas.microsoft.com/office/drawing/2014/main" id="{7855E055-7C89-8E65-737C-1FCDC606FD79}"/>
              </a:ext>
            </a:extLst>
          </p:cNvPr>
          <p:cNvSpPr>
            <a:spLocks noGrp="1"/>
          </p:cNvSpPr>
          <p:nvPr>
            <p:ph type="title"/>
          </p:nvPr>
        </p:nvSpPr>
        <p:spPr/>
        <p:txBody>
          <a:bodyPr/>
          <a:lstStyle/>
          <a:p>
            <a:r>
              <a:rPr lang="en-US" dirty="0">
                <a:latin typeface="Calibri"/>
                <a:ea typeface="Calibri"/>
                <a:cs typeface="Calibri"/>
              </a:rPr>
              <a:t>Working of NGINX</a:t>
            </a:r>
            <a:endParaRPr lang="en-US" dirty="0"/>
          </a:p>
        </p:txBody>
      </p:sp>
      <p:sp>
        <p:nvSpPr>
          <p:cNvPr id="5" name="Slide Number Placeholder 4">
            <a:extLst>
              <a:ext uri="{FF2B5EF4-FFF2-40B4-BE49-F238E27FC236}">
                <a16:creationId xmlns:a16="http://schemas.microsoft.com/office/drawing/2014/main" id="{2B95ACBC-BE4B-92F0-95CC-6D9ED20FCAB6}"/>
              </a:ext>
            </a:extLst>
          </p:cNvPr>
          <p:cNvSpPr>
            <a:spLocks noGrp="1"/>
          </p:cNvSpPr>
          <p:nvPr>
            <p:ph type="sldNum" idx="12"/>
          </p:nvPr>
        </p:nvSpPr>
        <p:spPr/>
        <p:txBody>
          <a:bodyPr/>
          <a:lstStyle/>
          <a:p>
            <a:fld id="{00000000-1234-1234-1234-123412341234}" type="slidenum">
              <a:rPr lang="en" smtClean="0"/>
              <a:pPr/>
              <a:t>4</a:t>
            </a:fld>
            <a:endParaRPr lang="en"/>
          </a:p>
        </p:txBody>
      </p:sp>
      <p:pic>
        <p:nvPicPr>
          <p:cNvPr id="6" name="Picture 5" descr="A wifi connection between a phone and a cell phone&#10;&#10;AI-generated content may be incorrect.">
            <a:extLst>
              <a:ext uri="{FF2B5EF4-FFF2-40B4-BE49-F238E27FC236}">
                <a16:creationId xmlns:a16="http://schemas.microsoft.com/office/drawing/2014/main" id="{01C2B4AF-D991-248C-3F32-CD68FF2BAB51}"/>
              </a:ext>
            </a:extLst>
          </p:cNvPr>
          <p:cNvPicPr>
            <a:picLocks noChangeAspect="1"/>
          </p:cNvPicPr>
          <p:nvPr/>
        </p:nvPicPr>
        <p:blipFill>
          <a:blip r:embed="rId2"/>
          <a:stretch>
            <a:fillRect/>
          </a:stretch>
        </p:blipFill>
        <p:spPr>
          <a:xfrm>
            <a:off x="700896" y="1399816"/>
            <a:ext cx="6858000" cy="2990850"/>
          </a:xfrm>
          <a:prstGeom prst="rect">
            <a:avLst/>
          </a:prstGeom>
        </p:spPr>
      </p:pic>
    </p:spTree>
    <p:extLst>
      <p:ext uri="{BB962C8B-B14F-4D97-AF65-F5344CB8AC3E}">
        <p14:creationId xmlns:p14="http://schemas.microsoft.com/office/powerpoint/2010/main" val="4293356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9A8528-51D1-F3F0-DD5E-466E5ADC2CF6}"/>
              </a:ext>
            </a:extLst>
          </p:cNvPr>
          <p:cNvSpPr>
            <a:spLocks noGrp="1"/>
          </p:cNvSpPr>
          <p:nvPr>
            <p:ph type="title"/>
          </p:nvPr>
        </p:nvSpPr>
        <p:spPr/>
        <p:txBody>
          <a:bodyPr/>
          <a:lstStyle/>
          <a:p>
            <a:r>
              <a:rPr lang="en-US" dirty="0">
                <a:latin typeface="Calibri"/>
                <a:ea typeface="Calibri"/>
                <a:cs typeface="Calibri"/>
              </a:rPr>
              <a:t>With NGINX</a:t>
            </a:r>
            <a:endParaRPr lang="en-US" dirty="0"/>
          </a:p>
        </p:txBody>
      </p:sp>
      <p:sp>
        <p:nvSpPr>
          <p:cNvPr id="5" name="Slide Number Placeholder 4">
            <a:extLst>
              <a:ext uri="{FF2B5EF4-FFF2-40B4-BE49-F238E27FC236}">
                <a16:creationId xmlns:a16="http://schemas.microsoft.com/office/drawing/2014/main" id="{7A734001-8A5D-8316-0057-11C99E353717}"/>
              </a:ext>
            </a:extLst>
          </p:cNvPr>
          <p:cNvSpPr>
            <a:spLocks noGrp="1"/>
          </p:cNvSpPr>
          <p:nvPr>
            <p:ph type="sldNum" idx="12"/>
          </p:nvPr>
        </p:nvSpPr>
        <p:spPr/>
        <p:txBody>
          <a:bodyPr/>
          <a:lstStyle/>
          <a:p>
            <a:fld id="{00000000-1234-1234-1234-123412341234}" type="slidenum">
              <a:rPr lang="en" smtClean="0"/>
              <a:pPr/>
              <a:t>5</a:t>
            </a:fld>
            <a:endParaRPr lang="en"/>
          </a:p>
        </p:txBody>
      </p:sp>
      <p:pic>
        <p:nvPicPr>
          <p:cNvPr id="6" name="Picture 5" descr="A wifi symbol and a green hexagon with arrows&#10;&#10;AI-generated content may be incorrect.">
            <a:extLst>
              <a:ext uri="{FF2B5EF4-FFF2-40B4-BE49-F238E27FC236}">
                <a16:creationId xmlns:a16="http://schemas.microsoft.com/office/drawing/2014/main" id="{FE6ECD4F-7640-D51D-8EB8-3CA8ACFABC7F}"/>
              </a:ext>
            </a:extLst>
          </p:cNvPr>
          <p:cNvPicPr>
            <a:picLocks noChangeAspect="1"/>
          </p:cNvPicPr>
          <p:nvPr/>
        </p:nvPicPr>
        <p:blipFill>
          <a:blip r:embed="rId2"/>
          <a:stretch>
            <a:fillRect/>
          </a:stretch>
        </p:blipFill>
        <p:spPr>
          <a:xfrm>
            <a:off x="862642" y="931906"/>
            <a:ext cx="7407934" cy="3268905"/>
          </a:xfrm>
          <a:prstGeom prst="rect">
            <a:avLst/>
          </a:prstGeom>
        </p:spPr>
      </p:pic>
    </p:spTree>
    <p:extLst>
      <p:ext uri="{BB962C8B-B14F-4D97-AF65-F5344CB8AC3E}">
        <p14:creationId xmlns:p14="http://schemas.microsoft.com/office/powerpoint/2010/main" val="940913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1C939B-A6E0-E38D-DD2F-6F6CA9CD2131}"/>
              </a:ext>
            </a:extLst>
          </p:cNvPr>
          <p:cNvSpPr>
            <a:spLocks noGrp="1"/>
          </p:cNvSpPr>
          <p:nvPr>
            <p:ph type="title"/>
          </p:nvPr>
        </p:nvSpPr>
        <p:spPr/>
        <p:txBody>
          <a:bodyPr/>
          <a:lstStyle/>
          <a:p>
            <a:r>
              <a:rPr lang="en-US" dirty="0">
                <a:latin typeface="Calibri"/>
                <a:ea typeface="Calibri"/>
                <a:cs typeface="Calibri"/>
              </a:rPr>
              <a:t>Round-Robin-Algorithm</a:t>
            </a:r>
            <a:endParaRPr lang="en-US" dirty="0"/>
          </a:p>
        </p:txBody>
      </p:sp>
      <p:sp>
        <p:nvSpPr>
          <p:cNvPr id="5" name="Slide Number Placeholder 4">
            <a:extLst>
              <a:ext uri="{FF2B5EF4-FFF2-40B4-BE49-F238E27FC236}">
                <a16:creationId xmlns:a16="http://schemas.microsoft.com/office/drawing/2014/main" id="{369E7017-0DC2-428A-8256-987EAD93388C}"/>
              </a:ext>
            </a:extLst>
          </p:cNvPr>
          <p:cNvSpPr>
            <a:spLocks noGrp="1"/>
          </p:cNvSpPr>
          <p:nvPr>
            <p:ph type="sldNum" idx="12"/>
          </p:nvPr>
        </p:nvSpPr>
        <p:spPr/>
        <p:txBody>
          <a:bodyPr/>
          <a:lstStyle/>
          <a:p>
            <a:fld id="{00000000-1234-1234-1234-123412341234}" type="slidenum">
              <a:rPr lang="en" smtClean="0"/>
              <a:pPr/>
              <a:t>6</a:t>
            </a:fld>
            <a:endParaRPr lang="en"/>
          </a:p>
        </p:txBody>
      </p:sp>
      <p:pic>
        <p:nvPicPr>
          <p:cNvPr id="6" name="Picture 5" descr="A diagram of a wifi connection&#10;&#10;AI-generated content may be incorrect.">
            <a:extLst>
              <a:ext uri="{FF2B5EF4-FFF2-40B4-BE49-F238E27FC236}">
                <a16:creationId xmlns:a16="http://schemas.microsoft.com/office/drawing/2014/main" id="{70DD925F-15EB-0138-2E6D-5BCF1C881B48}"/>
              </a:ext>
            </a:extLst>
          </p:cNvPr>
          <p:cNvPicPr>
            <a:picLocks noChangeAspect="1"/>
          </p:cNvPicPr>
          <p:nvPr/>
        </p:nvPicPr>
        <p:blipFill>
          <a:blip r:embed="rId2"/>
          <a:stretch>
            <a:fillRect/>
          </a:stretch>
        </p:blipFill>
        <p:spPr>
          <a:xfrm>
            <a:off x="2566358" y="925264"/>
            <a:ext cx="4000502" cy="1751000"/>
          </a:xfrm>
          <a:prstGeom prst="rect">
            <a:avLst/>
          </a:prstGeom>
        </p:spPr>
      </p:pic>
      <p:pic>
        <p:nvPicPr>
          <p:cNvPr id="7" name="Picture 6" descr="A diagram of a wifi connection&#10;&#10;AI-generated content may be incorrect.">
            <a:extLst>
              <a:ext uri="{FF2B5EF4-FFF2-40B4-BE49-F238E27FC236}">
                <a16:creationId xmlns:a16="http://schemas.microsoft.com/office/drawing/2014/main" id="{24CB55FC-5057-191B-65CE-4CD319CCB452}"/>
              </a:ext>
            </a:extLst>
          </p:cNvPr>
          <p:cNvPicPr>
            <a:picLocks noChangeAspect="1"/>
          </p:cNvPicPr>
          <p:nvPr/>
        </p:nvPicPr>
        <p:blipFill>
          <a:blip r:embed="rId3"/>
          <a:stretch>
            <a:fillRect/>
          </a:stretch>
        </p:blipFill>
        <p:spPr>
          <a:xfrm>
            <a:off x="4766095" y="2984822"/>
            <a:ext cx="4000501" cy="1751000"/>
          </a:xfrm>
          <a:prstGeom prst="rect">
            <a:avLst/>
          </a:prstGeom>
        </p:spPr>
      </p:pic>
      <p:pic>
        <p:nvPicPr>
          <p:cNvPr id="10" name="Picture 9" descr="A wifi symbol and a green hexagon with arrows&#10;&#10;AI-generated content may be incorrect.">
            <a:extLst>
              <a:ext uri="{FF2B5EF4-FFF2-40B4-BE49-F238E27FC236}">
                <a16:creationId xmlns:a16="http://schemas.microsoft.com/office/drawing/2014/main" id="{BE13905E-64B5-1860-2F4D-99785D08AEEC}"/>
              </a:ext>
            </a:extLst>
          </p:cNvPr>
          <p:cNvPicPr>
            <a:picLocks noChangeAspect="1"/>
          </p:cNvPicPr>
          <p:nvPr/>
        </p:nvPicPr>
        <p:blipFill>
          <a:blip r:embed="rId4"/>
          <a:stretch>
            <a:fillRect/>
          </a:stretch>
        </p:blipFill>
        <p:spPr>
          <a:xfrm>
            <a:off x="452887" y="2909340"/>
            <a:ext cx="4000500" cy="1750999"/>
          </a:xfrm>
          <a:prstGeom prst="rect">
            <a:avLst/>
          </a:prstGeom>
        </p:spPr>
      </p:pic>
      <p:sp>
        <p:nvSpPr>
          <p:cNvPr id="12" name="Oval 11">
            <a:extLst>
              <a:ext uri="{FF2B5EF4-FFF2-40B4-BE49-F238E27FC236}">
                <a16:creationId xmlns:a16="http://schemas.microsoft.com/office/drawing/2014/main" id="{8CC106C6-AD36-E3F6-9CD4-70F58950B9A9}"/>
              </a:ext>
            </a:extLst>
          </p:cNvPr>
          <p:cNvSpPr/>
          <p:nvPr/>
        </p:nvSpPr>
        <p:spPr>
          <a:xfrm>
            <a:off x="4384037" y="559024"/>
            <a:ext cx="386033" cy="3644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Calibri"/>
                <a:cs typeface="Calibri"/>
              </a:rPr>
              <a:t>1</a:t>
            </a:r>
            <a:endParaRPr lang="en-US" dirty="0"/>
          </a:p>
        </p:txBody>
      </p:sp>
      <p:sp>
        <p:nvSpPr>
          <p:cNvPr id="14" name="Oval 13">
            <a:extLst>
              <a:ext uri="{FF2B5EF4-FFF2-40B4-BE49-F238E27FC236}">
                <a16:creationId xmlns:a16="http://schemas.microsoft.com/office/drawing/2014/main" id="{2E548250-D081-BD03-76F3-871DAAFEEB18}"/>
              </a:ext>
            </a:extLst>
          </p:cNvPr>
          <p:cNvSpPr/>
          <p:nvPr/>
        </p:nvSpPr>
        <p:spPr>
          <a:xfrm>
            <a:off x="1763763" y="2575448"/>
            <a:ext cx="386033" cy="3644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Calibri"/>
                <a:cs typeface="Calibri"/>
              </a:rPr>
              <a:t>2</a:t>
            </a:r>
          </a:p>
        </p:txBody>
      </p:sp>
      <p:sp>
        <p:nvSpPr>
          <p:cNvPr id="15" name="Oval 14">
            <a:extLst>
              <a:ext uri="{FF2B5EF4-FFF2-40B4-BE49-F238E27FC236}">
                <a16:creationId xmlns:a16="http://schemas.microsoft.com/office/drawing/2014/main" id="{959AD611-48D0-FB6F-981D-575C99A13254}"/>
              </a:ext>
            </a:extLst>
          </p:cNvPr>
          <p:cNvSpPr/>
          <p:nvPr/>
        </p:nvSpPr>
        <p:spPr>
          <a:xfrm>
            <a:off x="6767084" y="2618580"/>
            <a:ext cx="386033" cy="3644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Calibri"/>
                <a:cs typeface="Calibri"/>
              </a:rPr>
              <a:t>3</a:t>
            </a:r>
          </a:p>
        </p:txBody>
      </p:sp>
    </p:spTree>
    <p:extLst>
      <p:ext uri="{BB962C8B-B14F-4D97-AF65-F5344CB8AC3E}">
        <p14:creationId xmlns:p14="http://schemas.microsoft.com/office/powerpoint/2010/main" val="1792347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8" name="Title 7">
            <a:extLst>
              <a:ext uri="{FF2B5EF4-FFF2-40B4-BE49-F238E27FC236}">
                <a16:creationId xmlns:a16="http://schemas.microsoft.com/office/drawing/2014/main" id="{A4B64524-D0E3-94FA-F3A1-7EEB6C45A9D9}"/>
              </a:ext>
            </a:extLst>
          </p:cNvPr>
          <p:cNvSpPr>
            <a:spLocks noGrp="1"/>
          </p:cNvSpPr>
          <p:nvPr>
            <p:ph type="title"/>
          </p:nvPr>
        </p:nvSpPr>
        <p:spPr/>
        <p:txBody>
          <a:bodyPr/>
          <a:lstStyle/>
          <a:p>
            <a:r>
              <a:rPr lang="en-GB" dirty="0">
                <a:latin typeface="Calibri"/>
                <a:ea typeface="Calibri"/>
                <a:cs typeface="Calibri"/>
              </a:rPr>
              <a:t>Roles of NGINX</a:t>
            </a:r>
            <a:endParaRPr lang="en-US" dirty="0"/>
          </a:p>
          <a:p>
            <a:endParaRPr lang="en-US"/>
          </a:p>
        </p:txBody>
      </p:sp>
      <p:sp>
        <p:nvSpPr>
          <p:cNvPr id="16" name="Scroll: Horizontal 15">
            <a:extLst>
              <a:ext uri="{FF2B5EF4-FFF2-40B4-BE49-F238E27FC236}">
                <a16:creationId xmlns:a16="http://schemas.microsoft.com/office/drawing/2014/main" id="{4F3AD2BB-FE26-69E6-315E-4B422BB2AE28}"/>
              </a:ext>
            </a:extLst>
          </p:cNvPr>
          <p:cNvSpPr/>
          <p:nvPr/>
        </p:nvSpPr>
        <p:spPr>
          <a:xfrm>
            <a:off x="649940" y="1131794"/>
            <a:ext cx="3485029" cy="565368"/>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High-performance HTTP server</a:t>
            </a:r>
            <a:endParaRPr lang="en-US" dirty="0"/>
          </a:p>
        </p:txBody>
      </p:sp>
      <p:sp>
        <p:nvSpPr>
          <p:cNvPr id="3" name="Scroll: Horizontal 2">
            <a:extLst>
              <a:ext uri="{FF2B5EF4-FFF2-40B4-BE49-F238E27FC236}">
                <a16:creationId xmlns:a16="http://schemas.microsoft.com/office/drawing/2014/main" id="{149E27FF-CF86-2C31-4E46-A8F87AF667B0}"/>
              </a:ext>
            </a:extLst>
          </p:cNvPr>
          <p:cNvSpPr/>
          <p:nvPr/>
        </p:nvSpPr>
        <p:spPr>
          <a:xfrm>
            <a:off x="649940" y="1886605"/>
            <a:ext cx="3485029" cy="565368"/>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Reverse proxy server, API Gateway</a:t>
            </a:r>
            <a:endParaRPr lang="en-US" dirty="0"/>
          </a:p>
        </p:txBody>
      </p:sp>
      <p:sp>
        <p:nvSpPr>
          <p:cNvPr id="4" name="Scroll: Horizontal 3">
            <a:extLst>
              <a:ext uri="{FF2B5EF4-FFF2-40B4-BE49-F238E27FC236}">
                <a16:creationId xmlns:a16="http://schemas.microsoft.com/office/drawing/2014/main" id="{1AB31052-2E8E-12A6-69AF-DEAA8BC34C2B}"/>
              </a:ext>
            </a:extLst>
          </p:cNvPr>
          <p:cNvSpPr/>
          <p:nvPr/>
        </p:nvSpPr>
        <p:spPr>
          <a:xfrm>
            <a:off x="649940" y="2576718"/>
            <a:ext cx="3485029" cy="565368"/>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Load balancer</a:t>
            </a:r>
            <a:endParaRPr lang="en-US">
              <a:ea typeface="Calibri"/>
              <a:cs typeface="Calibri"/>
            </a:endParaRPr>
          </a:p>
        </p:txBody>
      </p:sp>
      <p:sp>
        <p:nvSpPr>
          <p:cNvPr id="5" name="Scroll: Horizontal 4">
            <a:extLst>
              <a:ext uri="{FF2B5EF4-FFF2-40B4-BE49-F238E27FC236}">
                <a16:creationId xmlns:a16="http://schemas.microsoft.com/office/drawing/2014/main" id="{9A611BD2-AE14-790B-9D5A-745EA29BEA3A}"/>
              </a:ext>
            </a:extLst>
          </p:cNvPr>
          <p:cNvSpPr/>
          <p:nvPr/>
        </p:nvSpPr>
        <p:spPr>
          <a:xfrm>
            <a:off x="649940" y="3385444"/>
            <a:ext cx="3485029" cy="565368"/>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mn-lt"/>
              <a:cs typeface="+mn-lt"/>
            </a:endParaRPr>
          </a:p>
          <a:p>
            <a:pPr algn="ctr"/>
            <a:r>
              <a:rPr lang="en-US" dirty="0">
                <a:ea typeface="+mn-lt"/>
                <a:cs typeface="+mn-lt"/>
              </a:rPr>
              <a:t>Email (IMAP/POP3) proxy</a:t>
            </a:r>
            <a:endParaRPr lang="en-US" dirty="0"/>
          </a:p>
          <a:p>
            <a:pPr algn="ctr"/>
            <a:endParaRPr lang="en-US" dirty="0">
              <a:ea typeface="+mn-lt"/>
              <a:cs typeface="+mn-lt"/>
            </a:endParaRPr>
          </a:p>
        </p:txBody>
      </p:sp>
      <p:pic>
        <p:nvPicPr>
          <p:cNvPr id="6" name="Picture 5" descr="Kiến trúc, cách hoạt động và cấu hình cơ bản của Nginx - Rivercrane">
            <a:extLst>
              <a:ext uri="{FF2B5EF4-FFF2-40B4-BE49-F238E27FC236}">
                <a16:creationId xmlns:a16="http://schemas.microsoft.com/office/drawing/2014/main" id="{19CB1A77-A2B8-67BB-AC62-E92C248550AF}"/>
              </a:ext>
            </a:extLst>
          </p:cNvPr>
          <p:cNvPicPr>
            <a:picLocks noChangeAspect="1"/>
          </p:cNvPicPr>
          <p:nvPr/>
        </p:nvPicPr>
        <p:blipFill>
          <a:blip r:embed="rId3"/>
          <a:stretch>
            <a:fillRect/>
          </a:stretch>
        </p:blipFill>
        <p:spPr>
          <a:xfrm>
            <a:off x="4658264" y="957317"/>
            <a:ext cx="4162246" cy="32504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Nginx | Lightweight and High Performance Web Server">
            <a:extLst>
              <a:ext uri="{FF2B5EF4-FFF2-40B4-BE49-F238E27FC236}">
                <a16:creationId xmlns:a16="http://schemas.microsoft.com/office/drawing/2014/main" id="{1D31C8FF-BBC9-5883-18ED-F443EAFF1BAA}"/>
              </a:ext>
            </a:extLst>
          </p:cNvPr>
          <p:cNvPicPr>
            <a:picLocks noChangeAspect="1"/>
          </p:cNvPicPr>
          <p:nvPr/>
        </p:nvPicPr>
        <p:blipFill>
          <a:blip r:embed="rId2"/>
          <a:stretch>
            <a:fillRect/>
          </a:stretch>
        </p:blipFill>
        <p:spPr>
          <a:xfrm>
            <a:off x="3276600" y="1028341"/>
            <a:ext cx="2590800" cy="2590800"/>
          </a:xfrm>
          <a:prstGeom prst="rect">
            <a:avLst/>
          </a:prstGeom>
        </p:spPr>
      </p:pic>
      <p:sp>
        <p:nvSpPr>
          <p:cNvPr id="8" name="Title 7">
            <a:extLst>
              <a:ext uri="{FF2B5EF4-FFF2-40B4-BE49-F238E27FC236}">
                <a16:creationId xmlns:a16="http://schemas.microsoft.com/office/drawing/2014/main" id="{E391C4E7-C53C-AA6E-3D17-9B661502CFE1}"/>
              </a:ext>
            </a:extLst>
          </p:cNvPr>
          <p:cNvSpPr>
            <a:spLocks noGrp="1"/>
          </p:cNvSpPr>
          <p:nvPr>
            <p:ph type="title"/>
          </p:nvPr>
        </p:nvSpPr>
        <p:spPr/>
        <p:txBody>
          <a:bodyPr/>
          <a:lstStyle/>
          <a:p>
            <a:r>
              <a:rPr lang="en-US" dirty="0">
                <a:latin typeface="Calibri"/>
                <a:ea typeface="Calibri"/>
                <a:cs typeface="Calibri"/>
              </a:rPr>
              <a:t>Why NGINX?</a:t>
            </a:r>
            <a:endParaRPr lang="en-US" dirty="0"/>
          </a:p>
        </p:txBody>
      </p:sp>
      <p:sp>
        <p:nvSpPr>
          <p:cNvPr id="29" name="Cloud 28">
            <a:extLst>
              <a:ext uri="{FF2B5EF4-FFF2-40B4-BE49-F238E27FC236}">
                <a16:creationId xmlns:a16="http://schemas.microsoft.com/office/drawing/2014/main" id="{F595C6C3-69B1-8BD1-DD63-A8FB00336D3E}"/>
              </a:ext>
            </a:extLst>
          </p:cNvPr>
          <p:cNvSpPr/>
          <p:nvPr/>
        </p:nvSpPr>
        <p:spPr>
          <a:xfrm>
            <a:off x="460710" y="923111"/>
            <a:ext cx="2783285" cy="1562268"/>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ea typeface="+mn-lt"/>
                <a:cs typeface="+mn-lt"/>
              </a:rPr>
              <a:t>Speed &amp; Efficiency: </a:t>
            </a:r>
            <a:r>
              <a:rPr lang="en-US" dirty="0">
                <a:ea typeface="+mn-lt"/>
                <a:cs typeface="+mn-lt"/>
              </a:rPr>
              <a:t>Handles many concurrent connections using an event-driven model.</a:t>
            </a:r>
            <a:endParaRPr lang="en-US" dirty="0"/>
          </a:p>
        </p:txBody>
      </p:sp>
      <p:sp>
        <p:nvSpPr>
          <p:cNvPr id="30" name="Cloud 29">
            <a:extLst>
              <a:ext uri="{FF2B5EF4-FFF2-40B4-BE49-F238E27FC236}">
                <a16:creationId xmlns:a16="http://schemas.microsoft.com/office/drawing/2014/main" id="{FAC29779-122E-4E7F-D4D0-FD6EE5C29CCC}"/>
              </a:ext>
            </a:extLst>
          </p:cNvPr>
          <p:cNvSpPr/>
          <p:nvPr/>
        </p:nvSpPr>
        <p:spPr>
          <a:xfrm>
            <a:off x="453364" y="3015016"/>
            <a:ext cx="2265701" cy="1368174"/>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ea typeface="+mn-lt"/>
                <a:cs typeface="+mn-lt"/>
              </a:rPr>
              <a:t>Security:</a:t>
            </a:r>
            <a:r>
              <a:rPr lang="en-US" dirty="0">
                <a:ea typeface="+mn-lt"/>
                <a:cs typeface="+mn-lt"/>
              </a:rPr>
              <a:t> SSL/TLS termination, rate limiting.</a:t>
            </a:r>
            <a:endParaRPr lang="en-US" dirty="0"/>
          </a:p>
        </p:txBody>
      </p:sp>
      <p:sp>
        <p:nvSpPr>
          <p:cNvPr id="31" name="Cloud 30">
            <a:extLst>
              <a:ext uri="{FF2B5EF4-FFF2-40B4-BE49-F238E27FC236}">
                <a16:creationId xmlns:a16="http://schemas.microsoft.com/office/drawing/2014/main" id="{1C58F0C3-6104-E881-D0AE-DB3352F19F34}"/>
              </a:ext>
            </a:extLst>
          </p:cNvPr>
          <p:cNvSpPr/>
          <p:nvPr/>
        </p:nvSpPr>
        <p:spPr>
          <a:xfrm>
            <a:off x="6057095" y="491790"/>
            <a:ext cx="2621541" cy="1659315"/>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ea typeface="+mn-lt"/>
                <a:cs typeface="+mn-lt"/>
              </a:rPr>
              <a:t>Reverse Proxy &amp; Load Balancing:</a:t>
            </a:r>
            <a:r>
              <a:rPr lang="en-US" dirty="0">
                <a:ea typeface="+mn-lt"/>
                <a:cs typeface="+mn-lt"/>
              </a:rPr>
              <a:t> Distribute traffic across microservices.</a:t>
            </a:r>
            <a:endParaRPr lang="en-US" dirty="0"/>
          </a:p>
        </p:txBody>
      </p:sp>
      <p:sp>
        <p:nvSpPr>
          <p:cNvPr id="32" name="Cloud 31">
            <a:extLst>
              <a:ext uri="{FF2B5EF4-FFF2-40B4-BE49-F238E27FC236}">
                <a16:creationId xmlns:a16="http://schemas.microsoft.com/office/drawing/2014/main" id="{5B1C404B-33B3-6999-B9B5-0DD5D83598AE}"/>
              </a:ext>
            </a:extLst>
          </p:cNvPr>
          <p:cNvSpPr/>
          <p:nvPr/>
        </p:nvSpPr>
        <p:spPr>
          <a:xfrm>
            <a:off x="6412936" y="3015015"/>
            <a:ext cx="2265701" cy="1368174"/>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ea typeface="+mn-lt"/>
                <a:cs typeface="+mn-lt"/>
              </a:rPr>
              <a:t>Popular: </a:t>
            </a:r>
            <a:r>
              <a:rPr lang="en-US" dirty="0">
                <a:ea typeface="+mn-lt"/>
                <a:cs typeface="+mn-lt"/>
              </a:rPr>
              <a:t>Used by Netflix, Dropbox, WordPress, etc.</a:t>
            </a:r>
            <a:endParaRPr lang="en-US" dirty="0"/>
          </a:p>
        </p:txBody>
      </p:sp>
      <p:sp>
        <p:nvSpPr>
          <p:cNvPr id="3" name="Cloud 2">
            <a:extLst>
              <a:ext uri="{FF2B5EF4-FFF2-40B4-BE49-F238E27FC236}">
                <a16:creationId xmlns:a16="http://schemas.microsoft.com/office/drawing/2014/main" id="{940EF405-6271-7567-B48B-899E815BE187}"/>
              </a:ext>
            </a:extLst>
          </p:cNvPr>
          <p:cNvSpPr/>
          <p:nvPr/>
        </p:nvSpPr>
        <p:spPr>
          <a:xfrm>
            <a:off x="3436666" y="3216299"/>
            <a:ext cx="2265701" cy="1368174"/>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ea typeface="+mn-lt"/>
                <a:cs typeface="+mn-lt"/>
              </a:rPr>
              <a:t>Caching: </a:t>
            </a:r>
            <a:r>
              <a:rPr lang="en-US" dirty="0">
                <a:ea typeface="+mn-lt"/>
                <a:cs typeface="+mn-lt"/>
              </a:rPr>
              <a:t>Reduces backend load, improves latency.</a:t>
            </a:r>
            <a:endParaRPr lang="en-US" dirty="0"/>
          </a:p>
        </p:txBody>
      </p:sp>
    </p:spTree>
    <p:extLst>
      <p:ext uri="{BB962C8B-B14F-4D97-AF65-F5344CB8AC3E}">
        <p14:creationId xmlns:p14="http://schemas.microsoft.com/office/powerpoint/2010/main" val="134882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2" name="Title 1">
            <a:extLst>
              <a:ext uri="{FF2B5EF4-FFF2-40B4-BE49-F238E27FC236}">
                <a16:creationId xmlns:a16="http://schemas.microsoft.com/office/drawing/2014/main" id="{D8CD9F66-2E49-A026-1E0F-0F81311F301A}"/>
              </a:ext>
            </a:extLst>
          </p:cNvPr>
          <p:cNvSpPr>
            <a:spLocks noGrp="1"/>
          </p:cNvSpPr>
          <p:nvPr>
            <p:ph type="title"/>
          </p:nvPr>
        </p:nvSpPr>
        <p:spPr/>
        <p:txBody>
          <a:bodyPr/>
          <a:lstStyle/>
          <a:p>
            <a:r>
              <a:rPr lang="en-US" dirty="0">
                <a:latin typeface="Calibri"/>
                <a:ea typeface="Calibri"/>
                <a:cs typeface="Calibri"/>
              </a:rPr>
              <a:t>What If NGINX Is Not Available?</a:t>
            </a:r>
            <a:endParaRPr lang="en-US" dirty="0"/>
          </a:p>
        </p:txBody>
      </p:sp>
      <p:sp>
        <p:nvSpPr>
          <p:cNvPr id="12" name="Rectangle: Diagonal Corners Rounded 11">
            <a:extLst>
              <a:ext uri="{FF2B5EF4-FFF2-40B4-BE49-F238E27FC236}">
                <a16:creationId xmlns:a16="http://schemas.microsoft.com/office/drawing/2014/main" id="{DA28CEA1-2429-B081-DE72-AFFF9832FA54}"/>
              </a:ext>
            </a:extLst>
          </p:cNvPr>
          <p:cNvSpPr/>
          <p:nvPr/>
        </p:nvSpPr>
        <p:spPr>
          <a:xfrm>
            <a:off x="458384" y="998169"/>
            <a:ext cx="3485029" cy="49601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Increased latency and downtime.</a:t>
            </a:r>
            <a:endParaRPr lang="en-US" dirty="0"/>
          </a:p>
        </p:txBody>
      </p:sp>
      <p:sp>
        <p:nvSpPr>
          <p:cNvPr id="13" name="Rectangle: Diagonal Corners Rounded 12">
            <a:extLst>
              <a:ext uri="{FF2B5EF4-FFF2-40B4-BE49-F238E27FC236}">
                <a16:creationId xmlns:a16="http://schemas.microsoft.com/office/drawing/2014/main" id="{90EE9C4E-799A-8365-1004-A80BC7A8B318}"/>
              </a:ext>
            </a:extLst>
          </p:cNvPr>
          <p:cNvSpPr/>
          <p:nvPr/>
        </p:nvSpPr>
        <p:spPr>
          <a:xfrm>
            <a:off x="1083799" y="1677498"/>
            <a:ext cx="3485029" cy="560717"/>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No centralized proxy, higher traffic load on app servers.</a:t>
            </a:r>
            <a:endParaRPr lang="en-US" dirty="0"/>
          </a:p>
        </p:txBody>
      </p:sp>
      <p:sp>
        <p:nvSpPr>
          <p:cNvPr id="14" name="Rectangle: Diagonal Corners Rounded 13">
            <a:extLst>
              <a:ext uri="{FF2B5EF4-FFF2-40B4-BE49-F238E27FC236}">
                <a16:creationId xmlns:a16="http://schemas.microsoft.com/office/drawing/2014/main" id="{429C50D1-19F7-30EE-0C3C-992049E7F315}"/>
              </a:ext>
            </a:extLst>
          </p:cNvPr>
          <p:cNvSpPr/>
          <p:nvPr/>
        </p:nvSpPr>
        <p:spPr>
          <a:xfrm>
            <a:off x="458383" y="2475441"/>
            <a:ext cx="3485029" cy="49601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Harder SSL/TLS management.</a:t>
            </a:r>
            <a:endParaRPr lang="en-US" dirty="0"/>
          </a:p>
        </p:txBody>
      </p:sp>
      <p:sp>
        <p:nvSpPr>
          <p:cNvPr id="15" name="Rectangle: Diagonal Corners Rounded 14">
            <a:extLst>
              <a:ext uri="{FF2B5EF4-FFF2-40B4-BE49-F238E27FC236}">
                <a16:creationId xmlns:a16="http://schemas.microsoft.com/office/drawing/2014/main" id="{1465D250-1CC1-AB75-C506-4D7D345CDEBF}"/>
              </a:ext>
            </a:extLst>
          </p:cNvPr>
          <p:cNvSpPr/>
          <p:nvPr/>
        </p:nvSpPr>
        <p:spPr>
          <a:xfrm>
            <a:off x="1083798" y="3154773"/>
            <a:ext cx="3485029" cy="49601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No static file caching.</a:t>
            </a:r>
            <a:endParaRPr lang="en-US" dirty="0"/>
          </a:p>
        </p:txBody>
      </p:sp>
      <p:sp>
        <p:nvSpPr>
          <p:cNvPr id="3" name="Rectangle: Diagonal Corners Rounded 2">
            <a:extLst>
              <a:ext uri="{FF2B5EF4-FFF2-40B4-BE49-F238E27FC236}">
                <a16:creationId xmlns:a16="http://schemas.microsoft.com/office/drawing/2014/main" id="{CC89A12E-0AA6-B8D2-F44C-A0A06C4D80A8}"/>
              </a:ext>
            </a:extLst>
          </p:cNvPr>
          <p:cNvSpPr/>
          <p:nvPr/>
        </p:nvSpPr>
        <p:spPr>
          <a:xfrm>
            <a:off x="458383" y="3855669"/>
            <a:ext cx="3485029" cy="49601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Backend services exposed directly to clients.</a:t>
            </a:r>
            <a:endParaRPr lang="en-US" dirty="0"/>
          </a:p>
        </p:txBody>
      </p:sp>
      <p:pic>
        <p:nvPicPr>
          <p:cNvPr id="6" name="Picture 5" descr="Apache - reliable and flexible HTTP web ...">
            <a:extLst>
              <a:ext uri="{FF2B5EF4-FFF2-40B4-BE49-F238E27FC236}">
                <a16:creationId xmlns:a16="http://schemas.microsoft.com/office/drawing/2014/main" id="{5364532B-F884-6B43-52F9-B87913022653}"/>
              </a:ext>
            </a:extLst>
          </p:cNvPr>
          <p:cNvPicPr>
            <a:picLocks noChangeAspect="1"/>
          </p:cNvPicPr>
          <p:nvPr/>
        </p:nvPicPr>
        <p:blipFill>
          <a:blip r:embed="rId3"/>
          <a:stretch>
            <a:fillRect/>
          </a:stretch>
        </p:blipFill>
        <p:spPr>
          <a:xfrm>
            <a:off x="5144130" y="601062"/>
            <a:ext cx="3276779" cy="1191704"/>
          </a:xfrm>
          <a:prstGeom prst="rect">
            <a:avLst/>
          </a:prstGeom>
        </p:spPr>
      </p:pic>
      <p:pic>
        <p:nvPicPr>
          <p:cNvPr id="7" name="Picture 6" descr="install and configure in Linux ...">
            <a:extLst>
              <a:ext uri="{FF2B5EF4-FFF2-40B4-BE49-F238E27FC236}">
                <a16:creationId xmlns:a16="http://schemas.microsoft.com/office/drawing/2014/main" id="{FDA5AAD9-971C-4DE3-3C7A-3D6710AD3BF0}"/>
              </a:ext>
            </a:extLst>
          </p:cNvPr>
          <p:cNvPicPr>
            <a:picLocks noChangeAspect="1"/>
          </p:cNvPicPr>
          <p:nvPr/>
        </p:nvPicPr>
        <p:blipFill>
          <a:blip r:embed="rId4"/>
          <a:stretch>
            <a:fillRect/>
          </a:stretch>
        </p:blipFill>
        <p:spPr>
          <a:xfrm>
            <a:off x="5235695" y="1954692"/>
            <a:ext cx="3460270" cy="1568390"/>
          </a:xfrm>
          <a:prstGeom prst="rect">
            <a:avLst/>
          </a:prstGeom>
        </p:spPr>
      </p:pic>
      <p:pic>
        <p:nvPicPr>
          <p:cNvPr id="8" name="Picture 7" descr="Amazon ECR Public Gallery - Docker ...">
            <a:extLst>
              <a:ext uri="{FF2B5EF4-FFF2-40B4-BE49-F238E27FC236}">
                <a16:creationId xmlns:a16="http://schemas.microsoft.com/office/drawing/2014/main" id="{FFE840BE-2CF0-5A66-6795-B8A9BA6B25D0}"/>
              </a:ext>
            </a:extLst>
          </p:cNvPr>
          <p:cNvPicPr>
            <a:picLocks noChangeAspect="1"/>
          </p:cNvPicPr>
          <p:nvPr/>
        </p:nvPicPr>
        <p:blipFill>
          <a:blip r:embed="rId5"/>
          <a:stretch>
            <a:fillRect/>
          </a:stretch>
        </p:blipFill>
        <p:spPr>
          <a:xfrm>
            <a:off x="5050317" y="3527934"/>
            <a:ext cx="3777112" cy="11392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BE32-DBED-8FED-98AB-59CE9558FABE}"/>
              </a:ext>
            </a:extLst>
          </p:cNvPr>
          <p:cNvSpPr>
            <a:spLocks noGrp="1"/>
          </p:cNvSpPr>
          <p:nvPr>
            <p:ph type="title"/>
          </p:nvPr>
        </p:nvSpPr>
        <p:spPr/>
        <p:txBody>
          <a:bodyPr/>
          <a:lstStyle/>
          <a:p>
            <a:r>
              <a:rPr lang="en-US" dirty="0">
                <a:latin typeface="Calibri"/>
                <a:ea typeface="Calibri"/>
                <a:cs typeface="Calibri"/>
              </a:rPr>
              <a:t>What are the Alternatives?</a:t>
            </a:r>
          </a:p>
          <a:p>
            <a:endParaRPr lang="en-US"/>
          </a:p>
        </p:txBody>
      </p:sp>
      <p:graphicFrame>
        <p:nvGraphicFramePr>
          <p:cNvPr id="4" name="Table 3">
            <a:extLst>
              <a:ext uri="{FF2B5EF4-FFF2-40B4-BE49-F238E27FC236}">
                <a16:creationId xmlns:a16="http://schemas.microsoft.com/office/drawing/2014/main" id="{8053A581-46CD-0163-B37B-B25ABFA0916B}"/>
              </a:ext>
            </a:extLst>
          </p:cNvPr>
          <p:cNvGraphicFramePr>
            <a:graphicFrameLocks noGrp="1"/>
          </p:cNvGraphicFramePr>
          <p:nvPr>
            <p:extLst>
              <p:ext uri="{D42A27DB-BD31-4B8C-83A1-F6EECF244321}">
                <p14:modId xmlns:p14="http://schemas.microsoft.com/office/powerpoint/2010/main" val="3629728236"/>
              </p:ext>
            </p:extLst>
          </p:nvPr>
        </p:nvGraphicFramePr>
        <p:xfrm>
          <a:off x="1240047" y="1045953"/>
          <a:ext cx="6655850" cy="3046350"/>
        </p:xfrm>
        <a:graphic>
          <a:graphicData uri="http://schemas.openxmlformats.org/drawingml/2006/table">
            <a:tbl>
              <a:tblPr firstRow="1" bandRow="1">
                <a:tableStyleId>{FAF8FCC5-4FDF-4A60-B72E-4E0162955330}</a:tableStyleId>
              </a:tblPr>
              <a:tblGrid>
                <a:gridCol w="1331170">
                  <a:extLst>
                    <a:ext uri="{9D8B030D-6E8A-4147-A177-3AD203B41FA5}">
                      <a16:colId xmlns:a16="http://schemas.microsoft.com/office/drawing/2014/main" val="3990656887"/>
                    </a:ext>
                  </a:extLst>
                </a:gridCol>
                <a:gridCol w="1331170">
                  <a:extLst>
                    <a:ext uri="{9D8B030D-6E8A-4147-A177-3AD203B41FA5}">
                      <a16:colId xmlns:a16="http://schemas.microsoft.com/office/drawing/2014/main" val="3873275269"/>
                    </a:ext>
                  </a:extLst>
                </a:gridCol>
                <a:gridCol w="1331170">
                  <a:extLst>
                    <a:ext uri="{9D8B030D-6E8A-4147-A177-3AD203B41FA5}">
                      <a16:colId xmlns:a16="http://schemas.microsoft.com/office/drawing/2014/main" val="2467155827"/>
                    </a:ext>
                  </a:extLst>
                </a:gridCol>
                <a:gridCol w="1331170">
                  <a:extLst>
                    <a:ext uri="{9D8B030D-6E8A-4147-A177-3AD203B41FA5}">
                      <a16:colId xmlns:a16="http://schemas.microsoft.com/office/drawing/2014/main" val="3969133515"/>
                    </a:ext>
                  </a:extLst>
                </a:gridCol>
                <a:gridCol w="1331170">
                  <a:extLst>
                    <a:ext uri="{9D8B030D-6E8A-4147-A177-3AD203B41FA5}">
                      <a16:colId xmlns:a16="http://schemas.microsoft.com/office/drawing/2014/main" val="3939165750"/>
                    </a:ext>
                  </a:extLst>
                </a:gridCol>
              </a:tblGrid>
              <a:tr h="424175">
                <a:tc>
                  <a:txBody>
                    <a:bodyPr/>
                    <a:lstStyle/>
                    <a:p>
                      <a:r>
                        <a:rPr lang="en-US" dirty="0">
                          <a:solidFill>
                            <a:schemeClr val="bg1"/>
                          </a:solidFill>
                        </a:rPr>
                        <a:t>Feature</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50000"/>
                      </a:schemeClr>
                    </a:solidFill>
                  </a:tcPr>
                </a:tc>
                <a:tc>
                  <a:txBody>
                    <a:bodyPr/>
                    <a:lstStyle/>
                    <a:p>
                      <a:r>
                        <a:rPr lang="en-US" dirty="0">
                          <a:solidFill>
                            <a:schemeClr val="bg1"/>
                          </a:solidFill>
                        </a:rPr>
                        <a:t>NGINX</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50000"/>
                      </a:schemeClr>
                    </a:solidFill>
                  </a:tcPr>
                </a:tc>
                <a:tc>
                  <a:txBody>
                    <a:bodyPr/>
                    <a:lstStyle/>
                    <a:p>
                      <a:r>
                        <a:rPr lang="en-US" dirty="0">
                          <a:solidFill>
                            <a:schemeClr val="bg1"/>
                          </a:solidFill>
                        </a:rPr>
                        <a:t>Apache</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50000"/>
                      </a:schemeClr>
                    </a:solidFill>
                  </a:tcPr>
                </a:tc>
                <a:tc>
                  <a:txBody>
                    <a:bodyPr/>
                    <a:lstStyle/>
                    <a:p>
                      <a:r>
                        <a:rPr lang="en-US" err="1">
                          <a:solidFill>
                            <a:schemeClr val="bg1"/>
                          </a:solidFill>
                        </a:rPr>
                        <a:t>HAProxy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50000"/>
                      </a:schemeClr>
                    </a:solidFill>
                  </a:tcPr>
                </a:tc>
                <a:tc>
                  <a:txBody>
                    <a:bodyPr/>
                    <a:lstStyle/>
                    <a:p>
                      <a:r>
                        <a:rPr lang="en-US" dirty="0">
                          <a:solidFill>
                            <a:schemeClr val="bg1"/>
                          </a:solidFill>
                        </a:rPr>
                        <a:t>Caddy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50000"/>
                      </a:schemeClr>
                    </a:solidFill>
                  </a:tcPr>
                </a:tc>
                <a:extLst>
                  <a:ext uri="{0D108BD9-81ED-4DB2-BD59-A6C34878D82A}">
                    <a16:rowId xmlns:a16="http://schemas.microsoft.com/office/drawing/2014/main" val="2229250335"/>
                  </a:ext>
                </a:extLst>
              </a:tr>
              <a:tr h="424175">
                <a:tc>
                  <a:txBody>
                    <a:bodyPr/>
                    <a:lstStyle/>
                    <a:p>
                      <a:r>
                        <a:rPr lang="en-US" dirty="0"/>
                        <a:t>Web server</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tc>
                  <a:txBody>
                    <a:bodyPr/>
                    <a:lstStyle/>
                    <a:p>
                      <a:r>
                        <a:rPr lang="en-US" dirty="0"/>
                        <a:t>no</a:t>
                      </a:r>
                    </a:p>
                  </a:txBody>
                  <a:tcPr>
                    <a:lnL w="12700">
                      <a:solidFill>
                        <a:schemeClr val="tx1"/>
                      </a:solidFill>
                    </a:lnL>
                    <a:lnR w="12700">
                      <a:solidFill>
                        <a:schemeClr val="tx1"/>
                      </a:solidFill>
                    </a:lnR>
                    <a:lnT w="12700">
                      <a:solidFill>
                        <a:schemeClr val="tx1"/>
                      </a:solidFill>
                    </a:lnT>
                    <a:lnB w="12700">
                      <a:solidFill>
                        <a:schemeClr val="tx1"/>
                      </a:solidFill>
                    </a:lnB>
                    <a:solidFill>
                      <a:srgbClr val="F05D5D"/>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extLst>
                  <a:ext uri="{0D108BD9-81ED-4DB2-BD59-A6C34878D82A}">
                    <a16:rowId xmlns:a16="http://schemas.microsoft.com/office/drawing/2014/main" val="3722489953"/>
                  </a:ext>
                </a:extLst>
              </a:tr>
              <a:tr h="591275">
                <a:tc>
                  <a:txBody>
                    <a:bodyPr/>
                    <a:lstStyle/>
                    <a:p>
                      <a:r>
                        <a:rPr lang="en-US" dirty="0"/>
                        <a:t>Reverse Proxy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extLst>
                  <a:ext uri="{0D108BD9-81ED-4DB2-BD59-A6C34878D82A}">
                    <a16:rowId xmlns:a16="http://schemas.microsoft.com/office/drawing/2014/main" val="3253818057"/>
                  </a:ext>
                </a:extLst>
              </a:tr>
              <a:tr h="591275">
                <a:tc>
                  <a:txBody>
                    <a:bodyPr/>
                    <a:lstStyle/>
                    <a:p>
                      <a:r>
                        <a:rPr lang="en-US" dirty="0"/>
                        <a:t>Load Balancer</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extLst>
                  <a:ext uri="{0D108BD9-81ED-4DB2-BD59-A6C34878D82A}">
                    <a16:rowId xmlns:a16="http://schemas.microsoft.com/office/drawing/2014/main" val="1787635444"/>
                  </a:ext>
                </a:extLst>
              </a:tr>
              <a:tr h="424175">
                <a:tc>
                  <a:txBody>
                    <a:bodyPr/>
                    <a:lstStyle/>
                    <a:p>
                      <a:r>
                        <a:rPr lang="en-US" dirty="0"/>
                        <a:t>SSL Auto</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r>
                        <a:rPr lang="en-US" dirty="0"/>
                        <a:t>no</a:t>
                      </a:r>
                    </a:p>
                  </a:txBody>
                  <a:tcPr>
                    <a:lnL w="12700">
                      <a:solidFill>
                        <a:schemeClr val="tx1"/>
                      </a:solidFill>
                    </a:lnL>
                    <a:lnR w="12700">
                      <a:solidFill>
                        <a:schemeClr val="tx1"/>
                      </a:solidFill>
                    </a:lnR>
                    <a:lnT w="12700">
                      <a:solidFill>
                        <a:schemeClr val="tx1"/>
                      </a:solidFill>
                    </a:lnT>
                    <a:lnB w="12700">
                      <a:solidFill>
                        <a:schemeClr val="tx1"/>
                      </a:solidFill>
                    </a:lnB>
                    <a:solidFill>
                      <a:srgbClr val="F05D5D"/>
                    </a:solidFill>
                  </a:tcPr>
                </a:tc>
                <a:tc>
                  <a:txBody>
                    <a:bodyPr/>
                    <a:lstStyle/>
                    <a:p>
                      <a:r>
                        <a:rPr lang="en-US" dirty="0"/>
                        <a:t>no</a:t>
                      </a:r>
                    </a:p>
                  </a:txBody>
                  <a:tcPr>
                    <a:lnL w="12700">
                      <a:solidFill>
                        <a:schemeClr val="tx1"/>
                      </a:solidFill>
                    </a:lnL>
                    <a:lnR w="12700">
                      <a:solidFill>
                        <a:schemeClr val="tx1"/>
                      </a:solidFill>
                    </a:lnR>
                    <a:lnT w="12700">
                      <a:solidFill>
                        <a:schemeClr val="tx1"/>
                      </a:solidFill>
                    </a:lnT>
                    <a:lnB w="12700">
                      <a:solidFill>
                        <a:schemeClr val="tx1"/>
                      </a:solidFill>
                    </a:lnB>
                    <a:solidFill>
                      <a:srgbClr val="F05D5D"/>
                    </a:solidFill>
                  </a:tcPr>
                </a:tc>
                <a:tc>
                  <a:txBody>
                    <a:bodyPr/>
                    <a:lstStyle/>
                    <a:p>
                      <a:r>
                        <a:rPr lang="en-US" dirty="0"/>
                        <a:t>no</a:t>
                      </a:r>
                    </a:p>
                  </a:txBody>
                  <a:tcPr>
                    <a:lnL w="12700">
                      <a:solidFill>
                        <a:schemeClr val="tx1"/>
                      </a:solidFill>
                    </a:lnL>
                    <a:lnR w="12700">
                      <a:solidFill>
                        <a:schemeClr val="tx1"/>
                      </a:solidFill>
                    </a:lnR>
                    <a:lnT w="12700">
                      <a:solidFill>
                        <a:schemeClr val="tx1"/>
                      </a:solidFill>
                    </a:lnT>
                    <a:lnB w="12700">
                      <a:solidFill>
                        <a:schemeClr val="tx1"/>
                      </a:solidFill>
                    </a:lnB>
                    <a:solidFill>
                      <a:srgbClr val="F05D5D"/>
                    </a:solidFill>
                  </a:tcPr>
                </a:tc>
                <a:tc>
                  <a:txBody>
                    <a:bodyPr/>
                    <a:lstStyle/>
                    <a:p>
                      <a:r>
                        <a:rPr lang="en-US" dirty="0"/>
                        <a:t>yes</a:t>
                      </a:r>
                    </a:p>
                  </a:txBody>
                  <a:tcPr>
                    <a:lnL w="12700">
                      <a:solidFill>
                        <a:schemeClr val="tx1"/>
                      </a:solidFill>
                    </a:lnL>
                    <a:lnR w="12700">
                      <a:solidFill>
                        <a:schemeClr val="tx1"/>
                      </a:solidFill>
                    </a:lnR>
                    <a:lnT w="12700">
                      <a:solidFill>
                        <a:schemeClr val="tx1"/>
                      </a:solidFill>
                    </a:lnT>
                    <a:lnB w="12700">
                      <a:solidFill>
                        <a:schemeClr val="tx1"/>
                      </a:solidFill>
                    </a:lnB>
                    <a:solidFill>
                      <a:srgbClr val="92D050"/>
                    </a:solidFill>
                  </a:tcPr>
                </a:tc>
                <a:extLst>
                  <a:ext uri="{0D108BD9-81ED-4DB2-BD59-A6C34878D82A}">
                    <a16:rowId xmlns:a16="http://schemas.microsoft.com/office/drawing/2014/main" val="2053963380"/>
                  </a:ext>
                </a:extLst>
              </a:tr>
              <a:tr h="591275">
                <a:tc>
                  <a:txBody>
                    <a:bodyPr/>
                    <a:lstStyle/>
                    <a:p>
                      <a:pPr lvl="0">
                        <a:buNone/>
                      </a:pPr>
                      <a:r>
                        <a:rPr lang="en-US" dirty="0"/>
                        <a:t>Ease of Config</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lvl="0">
                        <a:buNone/>
                      </a:pPr>
                      <a:r>
                        <a:rPr lang="en-US" dirty="0"/>
                        <a:t>Medium</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dirty="0"/>
                        <a:t>Complex</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dirty="0"/>
                        <a:t>Medium</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dirty="0"/>
                        <a:t>Easy</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85864948"/>
                  </a:ext>
                </a:extLst>
              </a:tr>
            </a:tbl>
          </a:graphicData>
        </a:graphic>
      </p:graphicFrame>
    </p:spTree>
    <p:extLst>
      <p:ext uri="{BB962C8B-B14F-4D97-AF65-F5344CB8AC3E}">
        <p14:creationId xmlns:p14="http://schemas.microsoft.com/office/powerpoint/2010/main" val="373435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aximizing Python Performance with NGINX, Part 1: Web Serving and Caching">
            <a:extLst>
              <a:ext uri="{FF2B5EF4-FFF2-40B4-BE49-F238E27FC236}">
                <a16:creationId xmlns:a16="http://schemas.microsoft.com/office/drawing/2014/main" id="{AC9D9517-F51A-59F0-9741-CCC03491DDAE}"/>
              </a:ext>
            </a:extLst>
          </p:cNvPr>
          <p:cNvPicPr>
            <a:picLocks noChangeAspect="1"/>
          </p:cNvPicPr>
          <p:nvPr/>
        </p:nvPicPr>
        <p:blipFill>
          <a:blip r:embed="rId2"/>
          <a:stretch>
            <a:fillRect/>
          </a:stretch>
        </p:blipFill>
        <p:spPr>
          <a:xfrm>
            <a:off x="4138523" y="1137237"/>
            <a:ext cx="4845888" cy="2858241"/>
          </a:xfrm>
          <a:prstGeom prst="rect">
            <a:avLst/>
          </a:prstGeom>
        </p:spPr>
      </p:pic>
      <p:sp>
        <p:nvSpPr>
          <p:cNvPr id="2" name="Title 1">
            <a:extLst>
              <a:ext uri="{FF2B5EF4-FFF2-40B4-BE49-F238E27FC236}">
                <a16:creationId xmlns:a16="http://schemas.microsoft.com/office/drawing/2014/main" id="{69CC5060-0E2F-2741-C756-C91FF9832E8C}"/>
              </a:ext>
            </a:extLst>
          </p:cNvPr>
          <p:cNvSpPr>
            <a:spLocks noGrp="1"/>
          </p:cNvSpPr>
          <p:nvPr>
            <p:ph type="title"/>
          </p:nvPr>
        </p:nvSpPr>
        <p:spPr/>
        <p:txBody>
          <a:bodyPr/>
          <a:lstStyle/>
          <a:p>
            <a:r>
              <a:rPr lang="en-US" dirty="0">
                <a:latin typeface="Calibri"/>
                <a:ea typeface="Calibri"/>
                <a:cs typeface="Calibri"/>
              </a:rPr>
              <a:t>When to Use NGINX?</a:t>
            </a:r>
            <a:endParaRPr lang="en-US" dirty="0"/>
          </a:p>
        </p:txBody>
      </p:sp>
      <p:sp>
        <p:nvSpPr>
          <p:cNvPr id="7" name="Rectangle: Diagonal Corners Snipped 6">
            <a:extLst>
              <a:ext uri="{FF2B5EF4-FFF2-40B4-BE49-F238E27FC236}">
                <a16:creationId xmlns:a16="http://schemas.microsoft.com/office/drawing/2014/main" id="{86E8D713-530C-F842-0969-0BD968601F26}"/>
              </a:ext>
            </a:extLst>
          </p:cNvPr>
          <p:cNvSpPr/>
          <p:nvPr/>
        </p:nvSpPr>
        <p:spPr>
          <a:xfrm>
            <a:off x="190922" y="2353024"/>
            <a:ext cx="3573408" cy="444641"/>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Need to serve static content efficiently.</a:t>
            </a:r>
            <a:endParaRPr lang="en-US" dirty="0"/>
          </a:p>
        </p:txBody>
      </p:sp>
      <p:sp>
        <p:nvSpPr>
          <p:cNvPr id="8" name="Rectangle: Diagonal Corners Snipped 7">
            <a:extLst>
              <a:ext uri="{FF2B5EF4-FFF2-40B4-BE49-F238E27FC236}">
                <a16:creationId xmlns:a16="http://schemas.microsoft.com/office/drawing/2014/main" id="{3C21DEF1-633D-49C8-F5FE-5DCFA9CAB14F}"/>
              </a:ext>
            </a:extLst>
          </p:cNvPr>
          <p:cNvSpPr/>
          <p:nvPr/>
        </p:nvSpPr>
        <p:spPr>
          <a:xfrm>
            <a:off x="190924" y="1587429"/>
            <a:ext cx="3573407" cy="433858"/>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To load balance traffic among app instances.</a:t>
            </a:r>
            <a:endParaRPr lang="en-US" dirty="0"/>
          </a:p>
        </p:txBody>
      </p:sp>
      <p:sp>
        <p:nvSpPr>
          <p:cNvPr id="9" name="Rectangle: Diagonal Corners Snipped 8">
            <a:extLst>
              <a:ext uri="{FF2B5EF4-FFF2-40B4-BE49-F238E27FC236}">
                <a16:creationId xmlns:a16="http://schemas.microsoft.com/office/drawing/2014/main" id="{EEB48BF1-A53F-2D43-003B-ED0AA4F88915}"/>
              </a:ext>
            </a:extLst>
          </p:cNvPr>
          <p:cNvSpPr/>
          <p:nvPr/>
        </p:nvSpPr>
        <p:spPr>
          <a:xfrm>
            <a:off x="190924" y="3107835"/>
            <a:ext cx="3573407" cy="455424"/>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When implementing SSL termination.</a:t>
            </a:r>
            <a:endParaRPr lang="en-US" dirty="0"/>
          </a:p>
        </p:txBody>
      </p:sp>
      <p:sp>
        <p:nvSpPr>
          <p:cNvPr id="10" name="Rectangle: Diagonal Corners Snipped 9">
            <a:extLst>
              <a:ext uri="{FF2B5EF4-FFF2-40B4-BE49-F238E27FC236}">
                <a16:creationId xmlns:a16="http://schemas.microsoft.com/office/drawing/2014/main" id="{B7C657D7-7CD4-1E37-A058-D8EDC18D30F0}"/>
              </a:ext>
            </a:extLst>
          </p:cNvPr>
          <p:cNvSpPr/>
          <p:nvPr/>
        </p:nvSpPr>
        <p:spPr>
          <a:xfrm>
            <a:off x="190922" y="918880"/>
            <a:ext cx="3573409" cy="444641"/>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As a reverse proxy in front of backend microservices (</a:t>
            </a:r>
            <a:r>
              <a:rPr lang="en-US" dirty="0" err="1">
                <a:ea typeface="+mn-lt"/>
                <a:cs typeface="+mn-lt"/>
              </a:rPr>
              <a:t>FastAPI</a:t>
            </a:r>
            <a:r>
              <a:rPr lang="en-US" dirty="0">
                <a:ea typeface="+mn-lt"/>
                <a:cs typeface="+mn-lt"/>
              </a:rPr>
              <a:t>, Spring Boot).</a:t>
            </a:r>
          </a:p>
        </p:txBody>
      </p:sp>
      <p:sp>
        <p:nvSpPr>
          <p:cNvPr id="4" name="Rectangle: Diagonal Corners Snipped 3">
            <a:extLst>
              <a:ext uri="{FF2B5EF4-FFF2-40B4-BE49-F238E27FC236}">
                <a16:creationId xmlns:a16="http://schemas.microsoft.com/office/drawing/2014/main" id="{596EBE43-A4B1-D426-D904-438CA6BF828D}"/>
              </a:ext>
            </a:extLst>
          </p:cNvPr>
          <p:cNvSpPr/>
          <p:nvPr/>
        </p:nvSpPr>
        <p:spPr>
          <a:xfrm>
            <a:off x="190923" y="3787165"/>
            <a:ext cx="3573407" cy="455424"/>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For high availability and scaling.</a:t>
            </a:r>
          </a:p>
        </p:txBody>
      </p:sp>
    </p:spTree>
    <p:extLst>
      <p:ext uri="{BB962C8B-B14F-4D97-AF65-F5344CB8AC3E}">
        <p14:creationId xmlns:p14="http://schemas.microsoft.com/office/powerpoint/2010/main" val="3918375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62C63-2EBE-0AB8-120E-0A550C96C5F7}"/>
              </a:ext>
            </a:extLst>
          </p:cNvPr>
          <p:cNvSpPr>
            <a:spLocks noGrp="1"/>
          </p:cNvSpPr>
          <p:nvPr>
            <p:ph type="title"/>
          </p:nvPr>
        </p:nvSpPr>
        <p:spPr/>
        <p:txBody>
          <a:bodyPr/>
          <a:lstStyle/>
          <a:p>
            <a:r>
              <a:rPr lang="en-US" dirty="0">
                <a:latin typeface="Calibri"/>
                <a:ea typeface="Calibri"/>
                <a:cs typeface="Calibri"/>
              </a:rPr>
              <a:t>Best Scenarios for NGINX</a:t>
            </a:r>
            <a:endParaRPr lang="en-US" dirty="0"/>
          </a:p>
        </p:txBody>
      </p:sp>
      <p:sp>
        <p:nvSpPr>
          <p:cNvPr id="24" name="Flowchart: Off-page Connector 23">
            <a:extLst>
              <a:ext uri="{FF2B5EF4-FFF2-40B4-BE49-F238E27FC236}">
                <a16:creationId xmlns:a16="http://schemas.microsoft.com/office/drawing/2014/main" id="{407BDEDC-C8DF-A7D1-C9B9-D07934DF99D3}"/>
              </a:ext>
            </a:extLst>
          </p:cNvPr>
          <p:cNvSpPr/>
          <p:nvPr/>
        </p:nvSpPr>
        <p:spPr>
          <a:xfrm>
            <a:off x="455000" y="992459"/>
            <a:ext cx="4078941" cy="581649"/>
          </a:xfrm>
          <a:prstGeom prst="flowChartOffpage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Microservices architectures (API Gateway + Backend)</a:t>
            </a:r>
            <a:endParaRPr lang="en-US" dirty="0"/>
          </a:p>
        </p:txBody>
      </p:sp>
      <p:sp>
        <p:nvSpPr>
          <p:cNvPr id="26" name="Flowchart: Off-page Connector 25">
            <a:extLst>
              <a:ext uri="{FF2B5EF4-FFF2-40B4-BE49-F238E27FC236}">
                <a16:creationId xmlns:a16="http://schemas.microsoft.com/office/drawing/2014/main" id="{F5E5A3E4-8EDF-6544-9376-45EE9FC0A35F}"/>
              </a:ext>
            </a:extLst>
          </p:cNvPr>
          <p:cNvSpPr/>
          <p:nvPr/>
        </p:nvSpPr>
        <p:spPr>
          <a:xfrm>
            <a:off x="455000" y="2286421"/>
            <a:ext cx="4078941" cy="581649"/>
          </a:xfrm>
          <a:prstGeom prst="flowChartOffpage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SPA frontend + REST backend deployment</a:t>
            </a:r>
          </a:p>
        </p:txBody>
      </p:sp>
      <p:sp>
        <p:nvSpPr>
          <p:cNvPr id="27" name="Flowchart: Off-page Connector 26">
            <a:extLst>
              <a:ext uri="{FF2B5EF4-FFF2-40B4-BE49-F238E27FC236}">
                <a16:creationId xmlns:a16="http://schemas.microsoft.com/office/drawing/2014/main" id="{9EED61B7-1162-3D0C-AA52-41DA8B7FB79C}"/>
              </a:ext>
            </a:extLst>
          </p:cNvPr>
          <p:cNvSpPr/>
          <p:nvPr/>
        </p:nvSpPr>
        <p:spPr>
          <a:xfrm>
            <a:off x="455000" y="3558816"/>
            <a:ext cx="4078941" cy="581649"/>
          </a:xfrm>
          <a:prstGeom prst="flowChartOffpage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Docker/Kubernetes deployments</a:t>
            </a:r>
            <a:endParaRPr lang="en-US" dirty="0"/>
          </a:p>
        </p:txBody>
      </p:sp>
      <p:pic>
        <p:nvPicPr>
          <p:cNvPr id="3" name="Picture 2" descr="Setup Django behind uWSGI and NGINX on CentOS 7">
            <a:extLst>
              <a:ext uri="{FF2B5EF4-FFF2-40B4-BE49-F238E27FC236}">
                <a16:creationId xmlns:a16="http://schemas.microsoft.com/office/drawing/2014/main" id="{7696DE1B-D3C3-1823-7F8E-21FA568B1055}"/>
              </a:ext>
            </a:extLst>
          </p:cNvPr>
          <p:cNvPicPr>
            <a:picLocks noChangeAspect="1"/>
          </p:cNvPicPr>
          <p:nvPr/>
        </p:nvPicPr>
        <p:blipFill>
          <a:blip r:embed="rId2"/>
          <a:stretch>
            <a:fillRect/>
          </a:stretch>
        </p:blipFill>
        <p:spPr>
          <a:xfrm>
            <a:off x="5078945" y="787160"/>
            <a:ext cx="3590460" cy="1789982"/>
          </a:xfrm>
          <a:prstGeom prst="rect">
            <a:avLst/>
          </a:prstGeom>
        </p:spPr>
      </p:pic>
      <p:pic>
        <p:nvPicPr>
          <p:cNvPr id="6" name="Picture 5" descr="Nginx. NGINX is an open source… | by Dylan Wang | Medium">
            <a:extLst>
              <a:ext uri="{FF2B5EF4-FFF2-40B4-BE49-F238E27FC236}">
                <a16:creationId xmlns:a16="http://schemas.microsoft.com/office/drawing/2014/main" id="{853C2D76-E53D-8AEE-9447-7DD2312D6E3F}"/>
              </a:ext>
            </a:extLst>
          </p:cNvPr>
          <p:cNvPicPr>
            <a:picLocks noChangeAspect="1"/>
          </p:cNvPicPr>
          <p:nvPr/>
        </p:nvPicPr>
        <p:blipFill>
          <a:blip r:embed="rId3"/>
          <a:stretch>
            <a:fillRect/>
          </a:stretch>
        </p:blipFill>
        <p:spPr>
          <a:xfrm>
            <a:off x="4921998" y="2663855"/>
            <a:ext cx="3925917" cy="1789082"/>
          </a:xfrm>
          <a:prstGeom prst="rect">
            <a:avLst/>
          </a:prstGeom>
        </p:spPr>
      </p:pic>
    </p:spTree>
    <p:extLst>
      <p:ext uri="{BB962C8B-B14F-4D97-AF65-F5344CB8AC3E}">
        <p14:creationId xmlns:p14="http://schemas.microsoft.com/office/powerpoint/2010/main" val="3850687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DD659A-C80E-AB39-9504-405146D0F37A}"/>
              </a:ext>
            </a:extLst>
          </p:cNvPr>
          <p:cNvSpPr>
            <a:spLocks noGrp="1"/>
          </p:cNvSpPr>
          <p:nvPr>
            <p:ph type="title"/>
          </p:nvPr>
        </p:nvSpPr>
        <p:spPr/>
        <p:txBody>
          <a:bodyPr/>
          <a:lstStyle/>
          <a:p>
            <a:r>
              <a:rPr lang="en-US" dirty="0">
                <a:latin typeface="Calibri"/>
                <a:ea typeface="Calibri"/>
                <a:cs typeface="Calibri"/>
              </a:rPr>
              <a:t>Live Demo</a:t>
            </a:r>
          </a:p>
        </p:txBody>
      </p:sp>
      <p:sp>
        <p:nvSpPr>
          <p:cNvPr id="5" name="Slide Number Placeholder 4">
            <a:extLst>
              <a:ext uri="{FF2B5EF4-FFF2-40B4-BE49-F238E27FC236}">
                <a16:creationId xmlns:a16="http://schemas.microsoft.com/office/drawing/2014/main" id="{4FB3EE5A-7B62-A02F-DDED-91E3131D3228}"/>
              </a:ext>
            </a:extLst>
          </p:cNvPr>
          <p:cNvSpPr>
            <a:spLocks noGrp="1"/>
          </p:cNvSpPr>
          <p:nvPr>
            <p:ph type="sldNum" idx="12"/>
          </p:nvPr>
        </p:nvSpPr>
        <p:spPr/>
        <p:txBody>
          <a:bodyPr/>
          <a:lstStyle/>
          <a:p>
            <a:fld id="{00000000-1234-1234-1234-123412341234}" type="slidenum">
              <a:rPr lang="en" smtClean="0"/>
              <a:pPr/>
              <a:t>13</a:t>
            </a:fld>
            <a:endParaRPr lang="en"/>
          </a:p>
        </p:txBody>
      </p:sp>
      <p:sp>
        <p:nvSpPr>
          <p:cNvPr id="3" name="TextBox 2">
            <a:extLst>
              <a:ext uri="{FF2B5EF4-FFF2-40B4-BE49-F238E27FC236}">
                <a16:creationId xmlns:a16="http://schemas.microsoft.com/office/drawing/2014/main" id="{90238A0B-1C1C-F6F1-C4BB-6F99D59145F2}"/>
              </a:ext>
            </a:extLst>
          </p:cNvPr>
          <p:cNvSpPr txBox="1"/>
          <p:nvPr/>
        </p:nvSpPr>
        <p:spPr>
          <a:xfrm>
            <a:off x="661147" y="1038341"/>
            <a:ext cx="2930867" cy="30416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Char char="•"/>
            </a:pPr>
            <a:r>
              <a:rPr lang="en-US" dirty="0"/>
              <a:t>Static content</a:t>
            </a:r>
          </a:p>
          <a:p>
            <a:pPr marL="285750" indent="-285750">
              <a:lnSpc>
                <a:spcPct val="200000"/>
              </a:lnSpc>
              <a:buChar char="•"/>
            </a:pPr>
            <a:r>
              <a:rPr lang="en-US" dirty="0"/>
              <a:t>Mime Types</a:t>
            </a:r>
          </a:p>
          <a:p>
            <a:pPr marL="285750" indent="-285750">
              <a:lnSpc>
                <a:spcPct val="200000"/>
              </a:lnSpc>
              <a:buChar char="•"/>
            </a:pPr>
            <a:r>
              <a:rPr lang="en-US" dirty="0"/>
              <a:t>Location Context</a:t>
            </a:r>
          </a:p>
          <a:p>
            <a:pPr marL="285750" indent="-285750">
              <a:lnSpc>
                <a:spcPct val="200000"/>
              </a:lnSpc>
              <a:buChar char="•"/>
            </a:pPr>
            <a:r>
              <a:rPr lang="en-US" dirty="0"/>
              <a:t>Rewrites &amp; Redirect</a:t>
            </a:r>
          </a:p>
          <a:p>
            <a:pPr marL="285750" indent="-285750">
              <a:lnSpc>
                <a:spcPct val="200000"/>
              </a:lnSpc>
              <a:buChar char="•"/>
            </a:pPr>
            <a:r>
              <a:rPr lang="en-US" dirty="0"/>
              <a:t>Load Balancer</a:t>
            </a:r>
          </a:p>
          <a:p>
            <a:pPr marL="285750" indent="-285750">
              <a:lnSpc>
                <a:spcPct val="200000"/>
              </a:lnSpc>
              <a:buChar char="•"/>
            </a:pPr>
            <a:r>
              <a:rPr lang="en-US" dirty="0"/>
              <a:t>Proxy Server</a:t>
            </a:r>
          </a:p>
          <a:p>
            <a:pPr marL="285750" indent="-285750">
              <a:lnSpc>
                <a:spcPct val="200000"/>
              </a:lnSpc>
              <a:buChar char="•"/>
            </a:pPr>
            <a:endParaRPr lang="en-US" dirty="0"/>
          </a:p>
        </p:txBody>
      </p:sp>
      <p:pic>
        <p:nvPicPr>
          <p:cNvPr id="6" name="Picture 5" descr="8 Different Types of Servers in Computer Networks">
            <a:extLst>
              <a:ext uri="{FF2B5EF4-FFF2-40B4-BE49-F238E27FC236}">
                <a16:creationId xmlns:a16="http://schemas.microsoft.com/office/drawing/2014/main" id="{E2030576-D3C6-BDE0-E88E-AC18BDE16E1A}"/>
              </a:ext>
            </a:extLst>
          </p:cNvPr>
          <p:cNvPicPr>
            <a:picLocks noChangeAspect="1"/>
          </p:cNvPicPr>
          <p:nvPr/>
        </p:nvPicPr>
        <p:blipFill>
          <a:blip r:embed="rId2"/>
          <a:stretch>
            <a:fillRect/>
          </a:stretch>
        </p:blipFill>
        <p:spPr>
          <a:xfrm>
            <a:off x="3881168" y="799769"/>
            <a:ext cx="4648917" cy="2864630"/>
          </a:xfrm>
          <a:prstGeom prst="rect">
            <a:avLst/>
          </a:prstGeom>
        </p:spPr>
      </p:pic>
    </p:spTree>
    <p:extLst>
      <p:ext uri="{BB962C8B-B14F-4D97-AF65-F5344CB8AC3E}">
        <p14:creationId xmlns:p14="http://schemas.microsoft.com/office/powerpoint/2010/main" val="2020906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CE095F8-7620-3724-B3DE-5F73E3C4446A}"/>
              </a:ext>
            </a:extLst>
          </p:cNvPr>
          <p:cNvSpPr>
            <a:spLocks noGrp="1"/>
          </p:cNvSpPr>
          <p:nvPr>
            <p:ph type="subTitle" idx="1"/>
          </p:nvPr>
        </p:nvSpPr>
        <p:spPr/>
        <p:txBody>
          <a:bodyPr/>
          <a:lstStyle/>
          <a:p>
            <a:r>
              <a:rPr lang="en-US" b="1" dirty="0">
                <a:latin typeface="Calibri"/>
                <a:ea typeface="Calibri"/>
                <a:cs typeface="Calibri"/>
              </a:rPr>
              <a:t>Forward Proxy Server</a:t>
            </a:r>
            <a:endParaRPr lang="en-US" b="1"/>
          </a:p>
        </p:txBody>
      </p:sp>
      <p:sp>
        <p:nvSpPr>
          <p:cNvPr id="3" name="Text Placeholder 2">
            <a:extLst>
              <a:ext uri="{FF2B5EF4-FFF2-40B4-BE49-F238E27FC236}">
                <a16:creationId xmlns:a16="http://schemas.microsoft.com/office/drawing/2014/main" id="{CAAC2658-5670-7CE9-03F9-D770AE705EF7}"/>
              </a:ext>
            </a:extLst>
          </p:cNvPr>
          <p:cNvSpPr>
            <a:spLocks noGrp="1"/>
          </p:cNvSpPr>
          <p:nvPr>
            <p:ph type="body" idx="2"/>
          </p:nvPr>
        </p:nvSpPr>
        <p:spPr/>
        <p:txBody>
          <a:bodyPr/>
          <a:lstStyle/>
          <a:p>
            <a:r>
              <a:rPr lang="en-US" dirty="0">
                <a:latin typeface="Calibri"/>
                <a:ea typeface="Calibri"/>
                <a:cs typeface="Calibri"/>
              </a:rPr>
              <a:t>A forward proxy acts as an intermediary between clients and the internet, forwarding client requests to external servers and returning responses. Essentially, it sits in front of clients and handles their internet traffic, often for security, access control, or performance reasons. (</a:t>
            </a:r>
            <a:r>
              <a:rPr lang="en-US" dirty="0" err="1">
                <a:latin typeface="Calibri"/>
                <a:ea typeface="Calibri"/>
                <a:cs typeface="Calibri"/>
              </a:rPr>
              <a:t>eg</a:t>
            </a:r>
            <a:r>
              <a:rPr lang="en-US" dirty="0">
                <a:latin typeface="Calibri"/>
                <a:ea typeface="Calibri"/>
                <a:cs typeface="Calibri"/>
              </a:rPr>
              <a:t>: using private internet connection in office) </a:t>
            </a:r>
            <a:endParaRPr lang="en-US" dirty="0"/>
          </a:p>
          <a:p>
            <a:endParaRPr lang="en-US" dirty="0"/>
          </a:p>
        </p:txBody>
      </p:sp>
      <p:sp>
        <p:nvSpPr>
          <p:cNvPr id="4" name="Title 3">
            <a:extLst>
              <a:ext uri="{FF2B5EF4-FFF2-40B4-BE49-F238E27FC236}">
                <a16:creationId xmlns:a16="http://schemas.microsoft.com/office/drawing/2014/main" id="{BAA2C9D4-BB3B-BFE8-7C67-9D2AB5DE5487}"/>
              </a:ext>
            </a:extLst>
          </p:cNvPr>
          <p:cNvSpPr>
            <a:spLocks noGrp="1"/>
          </p:cNvSpPr>
          <p:nvPr>
            <p:ph type="title"/>
          </p:nvPr>
        </p:nvSpPr>
        <p:spPr/>
        <p:txBody>
          <a:bodyPr/>
          <a:lstStyle/>
          <a:p>
            <a:r>
              <a:rPr lang="en-US" dirty="0">
                <a:latin typeface="Calibri"/>
                <a:ea typeface="Calibri"/>
                <a:cs typeface="Calibri"/>
              </a:rPr>
              <a:t>Proxy-Server</a:t>
            </a:r>
            <a:endParaRPr lang="en-US" dirty="0"/>
          </a:p>
        </p:txBody>
      </p:sp>
      <p:sp>
        <p:nvSpPr>
          <p:cNvPr id="5" name="Slide Number Placeholder 4">
            <a:extLst>
              <a:ext uri="{FF2B5EF4-FFF2-40B4-BE49-F238E27FC236}">
                <a16:creationId xmlns:a16="http://schemas.microsoft.com/office/drawing/2014/main" id="{A2D30F54-39EB-80B4-C9A7-C3539E11417B}"/>
              </a:ext>
            </a:extLst>
          </p:cNvPr>
          <p:cNvSpPr>
            <a:spLocks noGrp="1"/>
          </p:cNvSpPr>
          <p:nvPr>
            <p:ph type="sldNum" idx="12"/>
          </p:nvPr>
        </p:nvSpPr>
        <p:spPr/>
        <p:txBody>
          <a:bodyPr/>
          <a:lstStyle/>
          <a:p>
            <a:fld id="{00000000-1234-1234-1234-123412341234}" type="slidenum">
              <a:rPr lang="en" smtClean="0"/>
              <a:pPr/>
              <a:t>14</a:t>
            </a:fld>
            <a:endParaRPr lang="en"/>
          </a:p>
        </p:txBody>
      </p:sp>
      <p:pic>
        <p:nvPicPr>
          <p:cNvPr id="7" name="Picture 6" descr="Forward Proxy Vs. Reverse Proxy Servers | JSCAPE">
            <a:extLst>
              <a:ext uri="{FF2B5EF4-FFF2-40B4-BE49-F238E27FC236}">
                <a16:creationId xmlns:a16="http://schemas.microsoft.com/office/drawing/2014/main" id="{E6F8930A-8D0D-424A-B829-FD50CA625327}"/>
              </a:ext>
            </a:extLst>
          </p:cNvPr>
          <p:cNvPicPr>
            <a:picLocks noChangeAspect="1"/>
          </p:cNvPicPr>
          <p:nvPr/>
        </p:nvPicPr>
        <p:blipFill>
          <a:blip r:embed="rId2"/>
          <a:stretch>
            <a:fillRect/>
          </a:stretch>
        </p:blipFill>
        <p:spPr>
          <a:xfrm>
            <a:off x="2188953" y="2008058"/>
            <a:ext cx="4755313" cy="2544794"/>
          </a:xfrm>
          <a:prstGeom prst="rect">
            <a:avLst/>
          </a:prstGeom>
        </p:spPr>
      </p:pic>
    </p:spTree>
    <p:extLst>
      <p:ext uri="{BB962C8B-B14F-4D97-AF65-F5344CB8AC3E}">
        <p14:creationId xmlns:p14="http://schemas.microsoft.com/office/powerpoint/2010/main" val="844243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24481-1E75-4D97-A7D5-90BFAB1A1A2D}"/>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B1767AC7-9864-A1A7-05F9-614CDACEC5A5}"/>
              </a:ext>
            </a:extLst>
          </p:cNvPr>
          <p:cNvSpPr>
            <a:spLocks noGrp="1"/>
          </p:cNvSpPr>
          <p:nvPr>
            <p:ph type="subTitle" idx="1"/>
          </p:nvPr>
        </p:nvSpPr>
        <p:spPr/>
        <p:txBody>
          <a:bodyPr/>
          <a:lstStyle/>
          <a:p>
            <a:r>
              <a:rPr lang="en-US" b="1" dirty="0">
                <a:latin typeface="Calibri"/>
                <a:ea typeface="Calibri"/>
                <a:cs typeface="Calibri"/>
              </a:rPr>
              <a:t>Reverse Proxy Server</a:t>
            </a:r>
            <a:endParaRPr lang="en-US" b="1" dirty="0"/>
          </a:p>
        </p:txBody>
      </p:sp>
      <p:sp>
        <p:nvSpPr>
          <p:cNvPr id="3" name="Text Placeholder 2">
            <a:extLst>
              <a:ext uri="{FF2B5EF4-FFF2-40B4-BE49-F238E27FC236}">
                <a16:creationId xmlns:a16="http://schemas.microsoft.com/office/drawing/2014/main" id="{D6A8E4A3-0CEB-E571-C9DA-35D875B380C0}"/>
              </a:ext>
            </a:extLst>
          </p:cNvPr>
          <p:cNvSpPr>
            <a:spLocks noGrp="1"/>
          </p:cNvSpPr>
          <p:nvPr>
            <p:ph type="body" idx="2"/>
          </p:nvPr>
        </p:nvSpPr>
        <p:spPr/>
        <p:txBody>
          <a:bodyPr/>
          <a:lstStyle/>
          <a:p>
            <a:r>
              <a:rPr lang="en-US" dirty="0">
                <a:latin typeface="Calibri"/>
                <a:ea typeface="Calibri"/>
                <a:cs typeface="Calibri"/>
              </a:rPr>
              <a:t>A reverse proxy server acts as an intermediary, sitting in front of one or more web servers to handle client requests. It receives these requests and forwards them to the appropriate backend server, effectively hiding the server's true address from the client. This setup offers several benefits, including improved security, performance, and reliability for the web application.</a:t>
            </a:r>
            <a:endParaRPr lang="en-US" dirty="0"/>
          </a:p>
          <a:p>
            <a:endParaRPr lang="en-US" dirty="0"/>
          </a:p>
        </p:txBody>
      </p:sp>
      <p:sp>
        <p:nvSpPr>
          <p:cNvPr id="4" name="Title 3">
            <a:extLst>
              <a:ext uri="{FF2B5EF4-FFF2-40B4-BE49-F238E27FC236}">
                <a16:creationId xmlns:a16="http://schemas.microsoft.com/office/drawing/2014/main" id="{2D9F7D9C-7B3C-6CFB-293C-B379B1FA58A4}"/>
              </a:ext>
            </a:extLst>
          </p:cNvPr>
          <p:cNvSpPr>
            <a:spLocks noGrp="1"/>
          </p:cNvSpPr>
          <p:nvPr>
            <p:ph type="title"/>
          </p:nvPr>
        </p:nvSpPr>
        <p:spPr/>
        <p:txBody>
          <a:bodyPr/>
          <a:lstStyle/>
          <a:p>
            <a:r>
              <a:rPr lang="en-US" dirty="0">
                <a:latin typeface="Calibri"/>
                <a:ea typeface="Calibri"/>
                <a:cs typeface="Calibri"/>
              </a:rPr>
              <a:t>Proxy-Server</a:t>
            </a:r>
            <a:endParaRPr lang="en-US" dirty="0"/>
          </a:p>
        </p:txBody>
      </p:sp>
      <p:sp>
        <p:nvSpPr>
          <p:cNvPr id="5" name="Slide Number Placeholder 4">
            <a:extLst>
              <a:ext uri="{FF2B5EF4-FFF2-40B4-BE49-F238E27FC236}">
                <a16:creationId xmlns:a16="http://schemas.microsoft.com/office/drawing/2014/main" id="{91396B32-EF19-3951-9BA7-B81FD9B085B5}"/>
              </a:ext>
            </a:extLst>
          </p:cNvPr>
          <p:cNvSpPr>
            <a:spLocks noGrp="1"/>
          </p:cNvSpPr>
          <p:nvPr>
            <p:ph type="sldNum" idx="12"/>
          </p:nvPr>
        </p:nvSpPr>
        <p:spPr/>
        <p:txBody>
          <a:bodyPr/>
          <a:lstStyle/>
          <a:p>
            <a:fld id="{00000000-1234-1234-1234-123412341234}" type="slidenum">
              <a:rPr lang="en" smtClean="0"/>
              <a:pPr/>
              <a:t>15</a:t>
            </a:fld>
            <a:endParaRPr lang="en"/>
          </a:p>
        </p:txBody>
      </p:sp>
      <p:pic>
        <p:nvPicPr>
          <p:cNvPr id="6" name="Picture 5" descr="Forward Proxy Vs. Reverse Proxy Servers | JSCAPE">
            <a:extLst>
              <a:ext uri="{FF2B5EF4-FFF2-40B4-BE49-F238E27FC236}">
                <a16:creationId xmlns:a16="http://schemas.microsoft.com/office/drawing/2014/main" id="{4D0CDE7C-65D7-22A2-2E18-A1D608FEAE44}"/>
              </a:ext>
            </a:extLst>
          </p:cNvPr>
          <p:cNvPicPr>
            <a:picLocks noChangeAspect="1"/>
          </p:cNvPicPr>
          <p:nvPr/>
        </p:nvPicPr>
        <p:blipFill>
          <a:blip r:embed="rId2"/>
          <a:stretch>
            <a:fillRect/>
          </a:stretch>
        </p:blipFill>
        <p:spPr>
          <a:xfrm>
            <a:off x="2145821" y="2232060"/>
            <a:ext cx="4820009" cy="2501660"/>
          </a:xfrm>
          <a:prstGeom prst="rect">
            <a:avLst/>
          </a:prstGeom>
        </p:spPr>
      </p:pic>
    </p:spTree>
    <p:extLst>
      <p:ext uri="{BB962C8B-B14F-4D97-AF65-F5344CB8AC3E}">
        <p14:creationId xmlns:p14="http://schemas.microsoft.com/office/powerpoint/2010/main" val="3743902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83B87-1BF7-346C-C810-017B70CCDB31}"/>
              </a:ext>
            </a:extLst>
          </p:cNvPr>
          <p:cNvSpPr>
            <a:spLocks noGrp="1"/>
          </p:cNvSpPr>
          <p:nvPr>
            <p:ph type="title"/>
          </p:nvPr>
        </p:nvSpPr>
        <p:spPr/>
        <p:txBody>
          <a:bodyPr/>
          <a:lstStyle/>
          <a:p>
            <a:r>
              <a:rPr lang="en-US" dirty="0">
                <a:latin typeface="Calibri"/>
                <a:ea typeface="Calibri"/>
                <a:cs typeface="Calibri"/>
              </a:rPr>
              <a:t>Difference between Forward and Reverse Proxy servers</a:t>
            </a:r>
            <a:endParaRPr lang="en-US" dirty="0"/>
          </a:p>
        </p:txBody>
      </p:sp>
      <p:sp>
        <p:nvSpPr>
          <p:cNvPr id="5" name="Slide Number Placeholder 4">
            <a:extLst>
              <a:ext uri="{FF2B5EF4-FFF2-40B4-BE49-F238E27FC236}">
                <a16:creationId xmlns:a16="http://schemas.microsoft.com/office/drawing/2014/main" id="{BD829729-A206-7878-A1BF-588437716886}"/>
              </a:ext>
            </a:extLst>
          </p:cNvPr>
          <p:cNvSpPr>
            <a:spLocks noGrp="1"/>
          </p:cNvSpPr>
          <p:nvPr>
            <p:ph type="sldNum" idx="12"/>
          </p:nvPr>
        </p:nvSpPr>
        <p:spPr/>
        <p:txBody>
          <a:bodyPr/>
          <a:lstStyle/>
          <a:p>
            <a:fld id="{00000000-1234-1234-1234-123412341234}" type="slidenum">
              <a:rPr lang="en" smtClean="0"/>
              <a:pPr/>
              <a:t>16</a:t>
            </a:fld>
            <a:endParaRPr lang="en"/>
          </a:p>
        </p:txBody>
      </p:sp>
      <p:pic>
        <p:nvPicPr>
          <p:cNvPr id="6" name="Picture 5" descr="What is Reverse Proxy? | Indusface Blog">
            <a:extLst>
              <a:ext uri="{FF2B5EF4-FFF2-40B4-BE49-F238E27FC236}">
                <a16:creationId xmlns:a16="http://schemas.microsoft.com/office/drawing/2014/main" id="{C3D56786-85AE-B4C6-4D77-C7373543B1F9}"/>
              </a:ext>
            </a:extLst>
          </p:cNvPr>
          <p:cNvPicPr>
            <a:picLocks noChangeAspect="1"/>
          </p:cNvPicPr>
          <p:nvPr/>
        </p:nvPicPr>
        <p:blipFill>
          <a:blip r:embed="rId2"/>
          <a:stretch>
            <a:fillRect/>
          </a:stretch>
        </p:blipFill>
        <p:spPr>
          <a:xfrm>
            <a:off x="776377" y="920244"/>
            <a:ext cx="7569680" cy="3429001"/>
          </a:xfrm>
          <a:prstGeom prst="rect">
            <a:avLst/>
          </a:prstGeom>
        </p:spPr>
      </p:pic>
    </p:spTree>
    <p:extLst>
      <p:ext uri="{BB962C8B-B14F-4D97-AF65-F5344CB8AC3E}">
        <p14:creationId xmlns:p14="http://schemas.microsoft.com/office/powerpoint/2010/main" val="527516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NGINX PowerPoint and Google Slides Template - PPT Slides">
            <a:extLst>
              <a:ext uri="{FF2B5EF4-FFF2-40B4-BE49-F238E27FC236}">
                <a16:creationId xmlns:a16="http://schemas.microsoft.com/office/drawing/2014/main" id="{81DA1177-6786-A6A9-9AF7-CAD5AACF93A7}"/>
              </a:ext>
            </a:extLst>
          </p:cNvPr>
          <p:cNvPicPr>
            <a:picLocks noChangeAspect="1"/>
          </p:cNvPicPr>
          <p:nvPr/>
        </p:nvPicPr>
        <p:blipFill>
          <a:blip r:embed="rId2"/>
          <a:srcRect l="26288" t="15175" r="23333" b="2004"/>
          <a:stretch>
            <a:fillRect/>
          </a:stretch>
        </p:blipFill>
        <p:spPr>
          <a:xfrm>
            <a:off x="5389356" y="919587"/>
            <a:ext cx="3375417" cy="3450715"/>
          </a:xfrm>
          <a:prstGeom prst="rect">
            <a:avLst/>
          </a:prstGeom>
        </p:spPr>
      </p:pic>
      <p:sp>
        <p:nvSpPr>
          <p:cNvPr id="4" name="Title 3">
            <a:extLst>
              <a:ext uri="{FF2B5EF4-FFF2-40B4-BE49-F238E27FC236}">
                <a16:creationId xmlns:a16="http://schemas.microsoft.com/office/drawing/2014/main" id="{BE430227-5A8A-3DD6-7371-4CE432D8975B}"/>
              </a:ext>
            </a:extLst>
          </p:cNvPr>
          <p:cNvSpPr>
            <a:spLocks noGrp="1"/>
          </p:cNvSpPr>
          <p:nvPr>
            <p:ph type="title"/>
          </p:nvPr>
        </p:nvSpPr>
        <p:spPr/>
        <p:txBody>
          <a:bodyPr/>
          <a:lstStyle/>
          <a:p>
            <a:r>
              <a:rPr lang="en-US" dirty="0">
                <a:latin typeface="Calibri"/>
                <a:ea typeface="Calibri"/>
                <a:cs typeface="Calibri"/>
              </a:rPr>
              <a:t>Benefits </a:t>
            </a:r>
          </a:p>
        </p:txBody>
      </p:sp>
      <p:sp>
        <p:nvSpPr>
          <p:cNvPr id="5" name="Slide Number Placeholder 4">
            <a:extLst>
              <a:ext uri="{FF2B5EF4-FFF2-40B4-BE49-F238E27FC236}">
                <a16:creationId xmlns:a16="http://schemas.microsoft.com/office/drawing/2014/main" id="{7E641748-EEF3-E6E3-9457-636A4CF7BBB5}"/>
              </a:ext>
            </a:extLst>
          </p:cNvPr>
          <p:cNvSpPr>
            <a:spLocks noGrp="1"/>
          </p:cNvSpPr>
          <p:nvPr>
            <p:ph type="sldNum" idx="12"/>
          </p:nvPr>
        </p:nvSpPr>
        <p:spPr/>
        <p:txBody>
          <a:bodyPr/>
          <a:lstStyle/>
          <a:p>
            <a:fld id="{00000000-1234-1234-1234-123412341234}" type="slidenum">
              <a:rPr lang="en" smtClean="0"/>
              <a:pPr/>
              <a:t>17</a:t>
            </a:fld>
            <a:endParaRPr lang="en"/>
          </a:p>
        </p:txBody>
      </p:sp>
      <p:sp>
        <p:nvSpPr>
          <p:cNvPr id="7" name="Flowchart: Alternate Process 6">
            <a:extLst>
              <a:ext uri="{FF2B5EF4-FFF2-40B4-BE49-F238E27FC236}">
                <a16:creationId xmlns:a16="http://schemas.microsoft.com/office/drawing/2014/main" id="{4D7C1C92-BD6D-7EC1-39E3-BC5671A6D152}"/>
              </a:ext>
            </a:extLst>
          </p:cNvPr>
          <p:cNvSpPr/>
          <p:nvPr/>
        </p:nvSpPr>
        <p:spPr>
          <a:xfrm>
            <a:off x="593911" y="885264"/>
            <a:ext cx="4000500" cy="52667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High concurrency handling</a:t>
            </a:r>
            <a:endParaRPr lang="en-US" dirty="0"/>
          </a:p>
        </p:txBody>
      </p:sp>
      <p:sp>
        <p:nvSpPr>
          <p:cNvPr id="8" name="Flowchart: Alternate Process 7">
            <a:extLst>
              <a:ext uri="{FF2B5EF4-FFF2-40B4-BE49-F238E27FC236}">
                <a16:creationId xmlns:a16="http://schemas.microsoft.com/office/drawing/2014/main" id="{552D0209-AF2B-06AD-F757-DC6143030345}"/>
              </a:ext>
            </a:extLst>
          </p:cNvPr>
          <p:cNvSpPr/>
          <p:nvPr/>
        </p:nvSpPr>
        <p:spPr>
          <a:xfrm>
            <a:off x="593911" y="1715556"/>
            <a:ext cx="4000500" cy="52667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Simple configuration for complex routing</a:t>
            </a:r>
            <a:endParaRPr lang="en-US" dirty="0"/>
          </a:p>
        </p:txBody>
      </p:sp>
      <p:sp>
        <p:nvSpPr>
          <p:cNvPr id="9" name="Flowchart: Alternate Process 8">
            <a:extLst>
              <a:ext uri="{FF2B5EF4-FFF2-40B4-BE49-F238E27FC236}">
                <a16:creationId xmlns:a16="http://schemas.microsoft.com/office/drawing/2014/main" id="{EBA09ADA-1659-7497-480A-3C2E8B843422}"/>
              </a:ext>
            </a:extLst>
          </p:cNvPr>
          <p:cNvSpPr/>
          <p:nvPr/>
        </p:nvSpPr>
        <p:spPr>
          <a:xfrm>
            <a:off x="593910" y="2545848"/>
            <a:ext cx="4000500" cy="52667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Flexible reverse proxy</a:t>
            </a:r>
            <a:endParaRPr lang="en-US" dirty="0"/>
          </a:p>
        </p:txBody>
      </p:sp>
      <p:sp>
        <p:nvSpPr>
          <p:cNvPr id="10" name="Flowchart: Alternate Process 9">
            <a:extLst>
              <a:ext uri="{FF2B5EF4-FFF2-40B4-BE49-F238E27FC236}">
                <a16:creationId xmlns:a16="http://schemas.microsoft.com/office/drawing/2014/main" id="{66EE584B-0DA5-3D91-C185-F4C42900AD71}"/>
              </a:ext>
            </a:extLst>
          </p:cNvPr>
          <p:cNvSpPr/>
          <p:nvPr/>
        </p:nvSpPr>
        <p:spPr>
          <a:xfrm>
            <a:off x="593910" y="3376141"/>
            <a:ext cx="4000500" cy="52667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Lightweight and high-performance</a:t>
            </a:r>
          </a:p>
        </p:txBody>
      </p:sp>
      <p:sp>
        <p:nvSpPr>
          <p:cNvPr id="6" name="Flowchart: Alternate Process 5">
            <a:extLst>
              <a:ext uri="{FF2B5EF4-FFF2-40B4-BE49-F238E27FC236}">
                <a16:creationId xmlns:a16="http://schemas.microsoft.com/office/drawing/2014/main" id="{5F245835-9EB8-ABFA-F4E2-4181742B1747}"/>
              </a:ext>
            </a:extLst>
          </p:cNvPr>
          <p:cNvSpPr/>
          <p:nvPr/>
        </p:nvSpPr>
        <p:spPr>
          <a:xfrm>
            <a:off x="593910" y="4109386"/>
            <a:ext cx="4000500" cy="52667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mn-lt"/>
                <a:cs typeface="+mn-lt"/>
              </a:rPr>
              <a:t>Secure and robust</a:t>
            </a:r>
            <a:endParaRPr lang="en-US" dirty="0"/>
          </a:p>
        </p:txBody>
      </p:sp>
    </p:spTree>
    <p:extLst>
      <p:ext uri="{BB962C8B-B14F-4D97-AF65-F5344CB8AC3E}">
        <p14:creationId xmlns:p14="http://schemas.microsoft.com/office/powerpoint/2010/main" val="711592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6;p11">
            <a:extLst>
              <a:ext uri="{FF2B5EF4-FFF2-40B4-BE49-F238E27FC236}">
                <a16:creationId xmlns:a16="http://schemas.microsoft.com/office/drawing/2014/main" id="{EAA79655-5D96-EE03-9A2B-A8F96431A149}"/>
              </a:ext>
            </a:extLst>
          </p:cNvPr>
          <p:cNvSpPr txBox="1">
            <a:spLocks/>
          </p:cNvSpPr>
          <p:nvPr/>
        </p:nvSpPr>
        <p:spPr>
          <a:xfrm>
            <a:off x="461928" y="474213"/>
            <a:ext cx="8225022" cy="49571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Calibri" panose="020F0502020204030204" pitchFamily="34" charset="0"/>
                <a:ea typeface="Calibri" panose="020F0502020204030204" pitchFamily="34" charset="0"/>
                <a:cs typeface="Calibri" panose="020F0502020204030204" pitchFamily="34" charset="0"/>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US" sz="2800" b="1" dirty="0">
                <a:latin typeface="Calibri"/>
                <a:ea typeface="Calibri"/>
                <a:cs typeface="Calibri"/>
              </a:rPr>
              <a:t>Q &amp; A</a:t>
            </a:r>
            <a:endParaRPr lang="en-US" sz="2800" b="1" dirty="0"/>
          </a:p>
        </p:txBody>
      </p:sp>
      <p:pic>
        <p:nvPicPr>
          <p:cNvPr id="2" name="Picture 1" descr="How to Moderate Question-and-Answer Sessions in Your Presentation">
            <a:extLst>
              <a:ext uri="{FF2B5EF4-FFF2-40B4-BE49-F238E27FC236}">
                <a16:creationId xmlns:a16="http://schemas.microsoft.com/office/drawing/2014/main" id="{ACAAFC9E-CFBB-F93B-A6AF-426E4D682F4B}"/>
              </a:ext>
            </a:extLst>
          </p:cNvPr>
          <p:cNvPicPr>
            <a:picLocks noChangeAspect="1"/>
          </p:cNvPicPr>
          <p:nvPr/>
        </p:nvPicPr>
        <p:blipFill>
          <a:blip r:embed="rId2"/>
          <a:stretch>
            <a:fillRect/>
          </a:stretch>
        </p:blipFill>
        <p:spPr>
          <a:xfrm>
            <a:off x="461514" y="971227"/>
            <a:ext cx="6258463" cy="3395141"/>
          </a:xfrm>
          <a:prstGeom prst="rect">
            <a:avLst/>
          </a:prstGeom>
        </p:spPr>
      </p:pic>
    </p:spTree>
    <p:extLst>
      <p:ext uri="{BB962C8B-B14F-4D97-AF65-F5344CB8AC3E}">
        <p14:creationId xmlns:p14="http://schemas.microsoft.com/office/powerpoint/2010/main" val="2002428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5" name="Google Shape;84;p13">
            <a:extLst>
              <a:ext uri="{FF2B5EF4-FFF2-40B4-BE49-F238E27FC236}">
                <a16:creationId xmlns:a16="http://schemas.microsoft.com/office/drawing/2014/main" id="{04C8B130-C31C-CBDB-B65F-6F602C60C2DE}"/>
              </a:ext>
            </a:extLst>
          </p:cNvPr>
          <p:cNvSpPr txBox="1">
            <a:spLocks noGrp="1"/>
          </p:cNvSpPr>
          <p:nvPr/>
        </p:nvSpPr>
        <p:spPr>
          <a:xfrm>
            <a:off x="2189822" y="2412761"/>
            <a:ext cx="3110400" cy="8187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pPr>
              <a:lnSpc>
                <a:spcPct val="150000"/>
              </a:lnSpc>
            </a:pPr>
            <a:r>
              <a:rPr lang="en-US" sz="1600" b="1" dirty="0">
                <a:solidFill>
                  <a:srgbClr val="063578"/>
                </a:solidFill>
                <a:highlight>
                  <a:srgbClr val="FFFFFF"/>
                </a:highlight>
                <a:latin typeface="Arial"/>
                <a:cs typeface="Arial"/>
              </a:rPr>
              <a:t>Abishek K </a:t>
            </a:r>
            <a:endParaRPr lang="en-US" sz="1600" dirty="0">
              <a:solidFill>
                <a:srgbClr val="063578"/>
              </a:solidFill>
              <a:highlight>
                <a:srgbClr val="FFFFFF"/>
              </a:highlight>
              <a:latin typeface="Arial"/>
              <a:cs typeface="Arial"/>
            </a:endParaRPr>
          </a:p>
          <a:p>
            <a:pPr>
              <a:lnSpc>
                <a:spcPct val="150000"/>
              </a:lnSpc>
              <a:buSzPts val="1100"/>
              <a:buFont typeface="Arial"/>
            </a:pPr>
            <a:r>
              <a:rPr lang="en-US" sz="1400" dirty="0">
                <a:solidFill>
                  <a:schemeClr val="dk1"/>
                </a:solidFill>
                <a:highlight>
                  <a:srgbClr val="FFFFFF"/>
                </a:highlight>
                <a:latin typeface="Arial"/>
                <a:ea typeface="Arial"/>
                <a:cs typeface="Arial"/>
                <a:sym typeface="Arial"/>
              </a:rPr>
              <a:t>Junior - Software Engineer</a:t>
            </a:r>
            <a:endParaRPr lang="en-US" sz="1400" b="1" dirty="0">
              <a:solidFill>
                <a:schemeClr val="dk1"/>
              </a:solidFill>
              <a:highlight>
                <a:srgbClr val="FFFFFF"/>
              </a:highlight>
              <a:latin typeface="Arial"/>
              <a:ea typeface="Arial"/>
              <a:cs typeface="Arial"/>
            </a:endParaRPr>
          </a:p>
          <a:p>
            <a:pPr marL="0" lvl="0" indent="0" algn="l" rtl="0">
              <a:lnSpc>
                <a:spcPct val="100000"/>
              </a:lnSpc>
              <a:spcBef>
                <a:spcPts val="500"/>
              </a:spcBef>
              <a:spcAft>
                <a:spcPts val="0"/>
              </a:spcAft>
              <a:buSzPts val="1800"/>
              <a:buNone/>
            </a:pPr>
            <a:endParaRPr sz="1400" b="1">
              <a:solidFill>
                <a:schemeClr val="accen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f6ad64a-8b6b-48eb-ae60-12a54eda0ca9">
      <Terms xmlns="http://schemas.microsoft.com/office/infopath/2007/PartnerControls"/>
    </lcf76f155ced4ddcb4097134ff3c332f>
    <TaxCatchAll xmlns="70328ee1-d215-47f2-9f94-e66745c0848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DE37E934965AB40B8C2959C180473A3" ma:contentTypeVersion="13" ma:contentTypeDescription="Create a new document." ma:contentTypeScope="" ma:versionID="b652bdf42f97bf36c4cecc4a137c9e6d">
  <xsd:schema xmlns:xsd="http://www.w3.org/2001/XMLSchema" xmlns:xs="http://www.w3.org/2001/XMLSchema" xmlns:p="http://schemas.microsoft.com/office/2006/metadata/properties" xmlns:ns2="9f6ad64a-8b6b-48eb-ae60-12a54eda0ca9" xmlns:ns3="70328ee1-d215-47f2-9f94-e66745c0848f" targetNamespace="http://schemas.microsoft.com/office/2006/metadata/properties" ma:root="true" ma:fieldsID="ef4dd843760eb6ba715a3d5caabb3102" ns2:_="" ns3:_="">
    <xsd:import namespace="9f6ad64a-8b6b-48eb-ae60-12a54eda0ca9"/>
    <xsd:import namespace="70328ee1-d215-47f2-9f94-e66745c084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6ad64a-8b6b-48eb-ae60-12a54eda0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156ab42-c15d-4f16-a227-b8fc8443f73b"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descrip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328ee1-d215-47f2-9f94-e66745c0848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c998392-e962-4591-95d1-fdc2e5b3008b}" ma:internalName="TaxCatchAll" ma:showField="CatchAllData" ma:web="70328ee1-d215-47f2-9f94-e66745c084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AB02F5-BA48-41F0-881B-62BF8D5BE8C0}">
  <ds:schemaRefs>
    <ds:schemaRef ds:uri="http://schemas.microsoft.com/sharepoint/v3/contenttype/forms"/>
  </ds:schemaRefs>
</ds:datastoreItem>
</file>

<file path=customXml/itemProps2.xml><?xml version="1.0" encoding="utf-8"?>
<ds:datastoreItem xmlns:ds="http://schemas.openxmlformats.org/officeDocument/2006/customXml" ds:itemID="{AF7B9954-1002-4850-87A6-B3557E4A3004}">
  <ds:schemaRefs>
    <ds:schemaRef ds:uri="a985ba2b-3265-433f-b90f-f087e6a7e733"/>
    <ds:schemaRef ds:uri="b92b3a10-3cf5-4cf2-9ea4-9e3b3532bf2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9f6ad64a-8b6b-48eb-ae60-12a54eda0ca9"/>
    <ds:schemaRef ds:uri="70328ee1-d215-47f2-9f94-e66745c0848f"/>
  </ds:schemaRefs>
</ds:datastoreItem>
</file>

<file path=customXml/itemProps3.xml><?xml version="1.0" encoding="utf-8"?>
<ds:datastoreItem xmlns:ds="http://schemas.openxmlformats.org/officeDocument/2006/customXml" ds:itemID="{E150239C-E3D2-4EFE-92D5-3E234670C7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6ad64a-8b6b-48eb-ae60-12a54eda0ca9"/>
    <ds:schemaRef ds:uri="70328ee1-d215-47f2-9f94-e66745c084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19</Slides>
  <Notes>4</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Relevantz - Internal Slide Template</vt:lpstr>
      <vt:lpstr>NGINX</vt:lpstr>
      <vt:lpstr>PowerPoint Presentation</vt:lpstr>
      <vt:lpstr>What is NGINX?</vt:lpstr>
      <vt:lpstr>Working of NGINX</vt:lpstr>
      <vt:lpstr>With NGINX</vt:lpstr>
      <vt:lpstr>Round-Robin-Algorithm</vt:lpstr>
      <vt:lpstr>Roles of NGINX </vt:lpstr>
      <vt:lpstr>Why NGINX?</vt:lpstr>
      <vt:lpstr>What If NGINX Is Not Available?</vt:lpstr>
      <vt:lpstr>What are the Alternatives? </vt:lpstr>
      <vt:lpstr>When to Use NGINX?</vt:lpstr>
      <vt:lpstr>Best Scenarios for NGINX</vt:lpstr>
      <vt:lpstr>Live Demo</vt:lpstr>
      <vt:lpstr>Proxy-Server</vt:lpstr>
      <vt:lpstr>Proxy-Server</vt:lpstr>
      <vt:lpstr>Difference between Forward and Reverse Proxy servers</vt:lpstr>
      <vt:lpstr>Benefits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Goes Here</dc:title>
  <cp:revision>532</cp:revision>
  <dcterms:modified xsi:type="dcterms:W3CDTF">2025-08-05T12:00:10Z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0x0101006DE37E934965AB40B8C2959C180473A3</vt:lpwstr>
  </property>
  <property fmtid="{D5CDD505-2E9C-101B-9397-08002B2CF9AE}" pid="3" name="Order">
    <vt:r8>12300</vt:r8>
  </property>
  <property fmtid="{D5CDD505-2E9C-101B-9397-08002B2CF9AE}" pid="4" name="TriggerFlowInfo">
    <vt:lpwstr/>
  </property>
  <property fmtid="{D5CDD505-2E9C-101B-9397-08002B2CF9AE}" pid="5" name="ComplianceAssetId">
    <vt:lpwstr/>
  </property>
  <property fmtid="{D5CDD505-2E9C-101B-9397-08002B2CF9AE}" pid="6" name="_ExtendedDescription">
    <vt:lpwstr/>
  </property>
  <property fmtid="{D5CDD505-2E9C-101B-9397-08002B2CF9AE}" pid="7" name="MSIP_Label_defa4170-0d19-0005-0004-bc88714345d2_Enabled">
    <vt:lpwstr>true</vt:lpwstr>
  </property>
  <property fmtid="{D5CDD505-2E9C-101B-9397-08002B2CF9AE}" pid="8" name="MSIP_Label_defa4170-0d19-0005-0004-bc88714345d2_SetDate">
    <vt:lpwstr>2024-04-16T09:14:58Z</vt:lpwstr>
  </property>
  <property fmtid="{D5CDD505-2E9C-101B-9397-08002B2CF9AE}" pid="9" name="MSIP_Label_defa4170-0d19-0005-0004-bc88714345d2_Method">
    <vt:lpwstr>Standard</vt:lpwstr>
  </property>
  <property fmtid="{D5CDD505-2E9C-101B-9397-08002B2CF9AE}" pid="10" name="MSIP_Label_defa4170-0d19-0005-0004-bc88714345d2_Name">
    <vt:lpwstr>defa4170-0d19-0005-0004-bc88714345d2</vt:lpwstr>
  </property>
  <property fmtid="{D5CDD505-2E9C-101B-9397-08002B2CF9AE}" pid="11" name="MSIP_Label_defa4170-0d19-0005-0004-bc88714345d2_SiteId">
    <vt:lpwstr>fe66d7b1-c17e-4ba8-a08d-2e146117dc7e</vt:lpwstr>
  </property>
  <property fmtid="{D5CDD505-2E9C-101B-9397-08002B2CF9AE}" pid="12" name="MSIP_Label_defa4170-0d19-0005-0004-bc88714345d2_ActionId">
    <vt:lpwstr>c66ad8e2-d129-43bd-a8ec-5b6df568f088</vt:lpwstr>
  </property>
  <property fmtid="{D5CDD505-2E9C-101B-9397-08002B2CF9AE}" pid="13" name="MSIP_Label_defa4170-0d19-0005-0004-bc88714345d2_ContentBits">
    <vt:lpwstr>0</vt:lpwstr>
  </property>
  <property fmtid="{D5CDD505-2E9C-101B-9397-08002B2CF9AE}" pid="14" name="MediaServiceImageTags">
    <vt:lpwstr/>
  </property>
</Properties>
</file>