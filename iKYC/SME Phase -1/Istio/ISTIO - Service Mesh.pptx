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5" r:id="rId4"/>
  </p:sldMasterIdLst>
  <p:notesMasterIdLst>
    <p:notesMasterId r:id="rId21"/>
  </p:notesMasterIdLst>
  <p:sldIdLst>
    <p:sldId id="282" r:id="rId5"/>
    <p:sldId id="296" r:id="rId6"/>
    <p:sldId id="295" r:id="rId7"/>
    <p:sldId id="297" r:id="rId8"/>
    <p:sldId id="302" r:id="rId9"/>
    <p:sldId id="298" r:id="rId10"/>
    <p:sldId id="300" r:id="rId11"/>
    <p:sldId id="301" r:id="rId12"/>
    <p:sldId id="281" r:id="rId13"/>
    <p:sldId id="257" r:id="rId14"/>
    <p:sldId id="284" r:id="rId15"/>
    <p:sldId id="286" r:id="rId16"/>
    <p:sldId id="287" r:id="rId17"/>
    <p:sldId id="293" r:id="rId18"/>
    <p:sldId id="294" r:id="rId19"/>
    <p:sldId id="279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328317-6E74-526A-3AD1-BF9863E3D3AE}" v="610" dt="2025-09-17T05:48:28.821"/>
    <p1510:client id="{A00F71FD-652D-B318-3532-F9D91AFEE464}" v="53" dt="2025-09-17T11:43:46.788"/>
    <p1510:client id="{D45D078E-1278-AB01-2127-FA100D222592}" v="3" dt="2025-09-17T12:33:45.188"/>
    <p1510:client id="{D9527A45-0880-30F2-990B-0DB5B8B5B517}" v="296" dt="2025-09-17T05:32:21.904"/>
  </p1510:revLst>
</p1510:revInfo>
</file>

<file path=ppt/tableStyles.xml><?xml version="1.0" encoding="utf-8"?>
<a:tblStyleLst xmlns:a="http://schemas.openxmlformats.org/drawingml/2006/main" def="{FAF8FCC5-4FDF-4A60-B72E-4E0162955330}">
  <a:tblStyle styleId="{FAF8FCC5-4FDF-4A60-B72E-4E01629553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68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shek Kumar" userId="S::abishek.kumar@relevantz.com::7c265475-e175-41a9-aca9-6d70f6004be1" providerId="AD" clId="Web-{A00F71FD-652D-B318-3532-F9D91AFEE464}"/>
    <pc:docChg chg="addSld delSld modSld">
      <pc:chgData name="Abishek Kumar" userId="S::abishek.kumar@relevantz.com::7c265475-e175-41a9-aca9-6d70f6004be1" providerId="AD" clId="Web-{A00F71FD-652D-B318-3532-F9D91AFEE464}" dt="2025-09-17T11:43:46.788" v="45" actId="1076"/>
      <pc:docMkLst>
        <pc:docMk/>
      </pc:docMkLst>
      <pc:sldChg chg="addSp delSp modSp">
        <pc:chgData name="Abishek Kumar" userId="S::abishek.kumar@relevantz.com::7c265475-e175-41a9-aca9-6d70f6004be1" providerId="AD" clId="Web-{A00F71FD-652D-B318-3532-F9D91AFEE464}" dt="2025-09-17T11:40:34.970" v="40" actId="1076"/>
        <pc:sldMkLst>
          <pc:docMk/>
          <pc:sldMk cId="3096444755" sldId="297"/>
        </pc:sldMkLst>
        <pc:picChg chg="del">
          <ac:chgData name="Abishek Kumar" userId="S::abishek.kumar@relevantz.com::7c265475-e175-41a9-aca9-6d70f6004be1" providerId="AD" clId="Web-{A00F71FD-652D-B318-3532-F9D91AFEE464}" dt="2025-09-17T11:32:14.218" v="0"/>
          <ac:picMkLst>
            <pc:docMk/>
            <pc:sldMk cId="3096444755" sldId="297"/>
            <ac:picMk id="3" creationId="{D369D9E1-920E-F0AA-4B15-36ABD1169475}"/>
          </ac:picMkLst>
        </pc:picChg>
        <pc:picChg chg="add del mod">
          <ac:chgData name="Abishek Kumar" userId="S::abishek.kumar@relevantz.com::7c265475-e175-41a9-aca9-6d70f6004be1" providerId="AD" clId="Web-{A00F71FD-652D-B318-3532-F9D91AFEE464}" dt="2025-09-17T11:33:07.049" v="2"/>
          <ac:picMkLst>
            <pc:docMk/>
            <pc:sldMk cId="3096444755" sldId="297"/>
            <ac:picMk id="6" creationId="{CCDADE2B-E359-4E8C-324A-A138E1835377}"/>
          </ac:picMkLst>
        </pc:picChg>
        <pc:picChg chg="add del mod">
          <ac:chgData name="Abishek Kumar" userId="S::abishek.kumar@relevantz.com::7c265475-e175-41a9-aca9-6d70f6004be1" providerId="AD" clId="Web-{A00F71FD-652D-B318-3532-F9D91AFEE464}" dt="2025-09-17T11:39:59.328" v="34"/>
          <ac:picMkLst>
            <pc:docMk/>
            <pc:sldMk cId="3096444755" sldId="297"/>
            <ac:picMk id="8" creationId="{ED747CE1-C827-1FAA-BD14-382CC242FA6D}"/>
          </ac:picMkLst>
        </pc:picChg>
        <pc:picChg chg="add mod">
          <ac:chgData name="Abishek Kumar" userId="S::abishek.kumar@relevantz.com::7c265475-e175-41a9-aca9-6d70f6004be1" providerId="AD" clId="Web-{A00F71FD-652D-B318-3532-F9D91AFEE464}" dt="2025-09-17T11:40:34.970" v="40" actId="1076"/>
          <ac:picMkLst>
            <pc:docMk/>
            <pc:sldMk cId="3096444755" sldId="297"/>
            <ac:picMk id="9" creationId="{F942AC9A-DA6E-7C46-A574-910C3FAF0331}"/>
          </ac:picMkLst>
        </pc:picChg>
      </pc:sldChg>
      <pc:sldChg chg="addSp delSp modSp">
        <pc:chgData name="Abishek Kumar" userId="S::abishek.kumar@relevantz.com::7c265475-e175-41a9-aca9-6d70f6004be1" providerId="AD" clId="Web-{A00F71FD-652D-B318-3532-F9D91AFEE464}" dt="2025-09-17T11:37:09.560" v="27" actId="1076"/>
        <pc:sldMkLst>
          <pc:docMk/>
          <pc:sldMk cId="1035981262" sldId="298"/>
        </pc:sldMkLst>
        <pc:picChg chg="del">
          <ac:chgData name="Abishek Kumar" userId="S::abishek.kumar@relevantz.com::7c265475-e175-41a9-aca9-6d70f6004be1" providerId="AD" clId="Web-{A00F71FD-652D-B318-3532-F9D91AFEE464}" dt="2025-09-17T11:36:38.837" v="22"/>
          <ac:picMkLst>
            <pc:docMk/>
            <pc:sldMk cId="1035981262" sldId="298"/>
            <ac:picMk id="3" creationId="{10B43C7A-36FA-9E05-5129-E8A07F859F6F}"/>
          </ac:picMkLst>
        </pc:picChg>
        <pc:picChg chg="add mod">
          <ac:chgData name="Abishek Kumar" userId="S::abishek.kumar@relevantz.com::7c265475-e175-41a9-aca9-6d70f6004be1" providerId="AD" clId="Web-{A00F71FD-652D-B318-3532-F9D91AFEE464}" dt="2025-09-17T11:37:09.560" v="27" actId="1076"/>
          <ac:picMkLst>
            <pc:docMk/>
            <pc:sldMk cId="1035981262" sldId="298"/>
            <ac:picMk id="7" creationId="{6E06A0BB-4FB6-8231-44C1-FE68E468519F}"/>
          </ac:picMkLst>
        </pc:picChg>
      </pc:sldChg>
      <pc:sldChg chg="addSp delSp modSp">
        <pc:chgData name="Abishek Kumar" userId="S::abishek.kumar@relevantz.com::7c265475-e175-41a9-aca9-6d70f6004be1" providerId="AD" clId="Web-{A00F71FD-652D-B318-3532-F9D91AFEE464}" dt="2025-09-17T11:38:26.884" v="33" actId="1076"/>
        <pc:sldMkLst>
          <pc:docMk/>
          <pc:sldMk cId="2212772780" sldId="300"/>
        </pc:sldMkLst>
        <pc:picChg chg="add mod">
          <ac:chgData name="Abishek Kumar" userId="S::abishek.kumar@relevantz.com::7c265475-e175-41a9-aca9-6d70f6004be1" providerId="AD" clId="Web-{A00F71FD-652D-B318-3532-F9D91AFEE464}" dt="2025-09-17T11:38:26.884" v="33" actId="1076"/>
          <ac:picMkLst>
            <pc:docMk/>
            <pc:sldMk cId="2212772780" sldId="300"/>
            <ac:picMk id="6" creationId="{FBB1DB1C-96BF-5831-973E-8F5F5C3DEAC0}"/>
          </ac:picMkLst>
        </pc:picChg>
        <pc:picChg chg="del">
          <ac:chgData name="Abishek Kumar" userId="S::abishek.kumar@relevantz.com::7c265475-e175-41a9-aca9-6d70f6004be1" providerId="AD" clId="Web-{A00F71FD-652D-B318-3532-F9D91AFEE464}" dt="2025-09-17T11:37:58.708" v="28"/>
          <ac:picMkLst>
            <pc:docMk/>
            <pc:sldMk cId="2212772780" sldId="300"/>
            <ac:picMk id="10" creationId="{60D45DCE-65F4-B243-4A7B-4D55AEEA995C}"/>
          </ac:picMkLst>
        </pc:picChg>
      </pc:sldChg>
      <pc:sldChg chg="addSp delSp modSp">
        <pc:chgData name="Abishek Kumar" userId="S::abishek.kumar@relevantz.com::7c265475-e175-41a9-aca9-6d70f6004be1" providerId="AD" clId="Web-{A00F71FD-652D-B318-3532-F9D91AFEE464}" dt="2025-09-17T11:43:46.788" v="45" actId="1076"/>
        <pc:sldMkLst>
          <pc:docMk/>
          <pc:sldMk cId="3101310792" sldId="301"/>
        </pc:sldMkLst>
        <pc:picChg chg="add mod">
          <ac:chgData name="Abishek Kumar" userId="S::abishek.kumar@relevantz.com::7c265475-e175-41a9-aca9-6d70f6004be1" providerId="AD" clId="Web-{A00F71FD-652D-B318-3532-F9D91AFEE464}" dt="2025-09-17T11:43:46.788" v="45" actId="1076"/>
          <ac:picMkLst>
            <pc:docMk/>
            <pc:sldMk cId="3101310792" sldId="301"/>
            <ac:picMk id="3" creationId="{B9D78737-2C12-4DFE-2614-F25394F035D0}"/>
          </ac:picMkLst>
        </pc:picChg>
        <pc:picChg chg="del">
          <ac:chgData name="Abishek Kumar" userId="S::abishek.kumar@relevantz.com::7c265475-e175-41a9-aca9-6d70f6004be1" providerId="AD" clId="Web-{A00F71FD-652D-B318-3532-F9D91AFEE464}" dt="2025-09-17T11:43:27.241" v="41"/>
          <ac:picMkLst>
            <pc:docMk/>
            <pc:sldMk cId="3101310792" sldId="301"/>
            <ac:picMk id="9" creationId="{FF873F21-D573-93F1-734B-EEDC2F604D7A}"/>
          </ac:picMkLst>
        </pc:picChg>
      </pc:sldChg>
      <pc:sldChg chg="addSp delSp modSp add replId">
        <pc:chgData name="Abishek Kumar" userId="S::abishek.kumar@relevantz.com::7c265475-e175-41a9-aca9-6d70f6004be1" providerId="AD" clId="Web-{A00F71FD-652D-B318-3532-F9D91AFEE464}" dt="2025-09-17T11:36:15.368" v="21" actId="1076"/>
        <pc:sldMkLst>
          <pc:docMk/>
          <pc:sldMk cId="927951453" sldId="302"/>
        </pc:sldMkLst>
        <pc:picChg chg="add mod">
          <ac:chgData name="Abishek Kumar" userId="S::abishek.kumar@relevantz.com::7c265475-e175-41a9-aca9-6d70f6004be1" providerId="AD" clId="Web-{A00F71FD-652D-B318-3532-F9D91AFEE464}" dt="2025-09-17T11:36:15.368" v="21" actId="1076"/>
          <ac:picMkLst>
            <pc:docMk/>
            <pc:sldMk cId="927951453" sldId="302"/>
            <ac:picMk id="3" creationId="{3F59DBF2-2EDC-EB5B-4DE3-752DD73D4299}"/>
          </ac:picMkLst>
        </pc:picChg>
        <pc:picChg chg="del">
          <ac:chgData name="Abishek Kumar" userId="S::abishek.kumar@relevantz.com::7c265475-e175-41a9-aca9-6d70f6004be1" providerId="AD" clId="Web-{A00F71FD-652D-B318-3532-F9D91AFEE464}" dt="2025-09-17T11:35:42.992" v="12"/>
          <ac:picMkLst>
            <pc:docMk/>
            <pc:sldMk cId="927951453" sldId="302"/>
            <ac:picMk id="8" creationId="{9F34F7E2-B05D-53ED-DBCC-45EE9C18EF48}"/>
          </ac:picMkLst>
        </pc:picChg>
      </pc:sldChg>
      <pc:sldChg chg="new del">
        <pc:chgData name="Abishek Kumar" userId="S::abishek.kumar@relevantz.com::7c265475-e175-41a9-aca9-6d70f6004be1" providerId="AD" clId="Web-{A00F71FD-652D-B318-3532-F9D91AFEE464}" dt="2025-09-17T11:35:35.539" v="10"/>
        <pc:sldMkLst>
          <pc:docMk/>
          <pc:sldMk cId="3490413809" sldId="302"/>
        </pc:sldMkLst>
      </pc:sldChg>
    </pc:docChg>
  </pc:docChgLst>
  <pc:docChgLst>
    <pc:chgData name="Abishek Kumar" userId="S::abishek.kumar@relevantz.com::7c265475-e175-41a9-aca9-6d70f6004be1" providerId="AD" clId="Web-{D9527A45-0880-30F2-990B-0DB5B8B5B517}"/>
    <pc:docChg chg="delSld modSld">
      <pc:chgData name="Abishek Kumar" userId="S::abishek.kumar@relevantz.com::7c265475-e175-41a9-aca9-6d70f6004be1" providerId="AD" clId="Web-{D9527A45-0880-30F2-990B-0DB5B8B5B517}" dt="2025-09-17T05:32:21.904" v="282" actId="1076"/>
      <pc:docMkLst>
        <pc:docMk/>
      </pc:docMkLst>
      <pc:sldChg chg="addSp modSp">
        <pc:chgData name="Abishek Kumar" userId="S::abishek.kumar@relevantz.com::7c265475-e175-41a9-aca9-6d70f6004be1" providerId="AD" clId="Web-{D9527A45-0880-30F2-990B-0DB5B8B5B517}" dt="2025-09-17T05:32:21.904" v="282" actId="1076"/>
        <pc:sldMkLst>
          <pc:docMk/>
          <pc:sldMk cId="3396293414" sldId="295"/>
        </pc:sldMkLst>
        <pc:spChg chg="mod">
          <ac:chgData name="Abishek Kumar" userId="S::abishek.kumar@relevantz.com::7c265475-e175-41a9-aca9-6d70f6004be1" providerId="AD" clId="Web-{D9527A45-0880-30F2-990B-0DB5B8B5B517}" dt="2025-09-17T05:31:40.326" v="278" actId="20577"/>
          <ac:spMkLst>
            <pc:docMk/>
            <pc:sldMk cId="3396293414" sldId="295"/>
            <ac:spMk id="3" creationId="{BE9382C3-1136-06E4-64E5-0B3335AD41B3}"/>
          </ac:spMkLst>
        </pc:spChg>
        <pc:picChg chg="add mod">
          <ac:chgData name="Abishek Kumar" userId="S::abishek.kumar@relevantz.com::7c265475-e175-41a9-aca9-6d70f6004be1" providerId="AD" clId="Web-{D9527A45-0880-30F2-990B-0DB5B8B5B517}" dt="2025-09-17T05:32:21.904" v="282" actId="1076"/>
          <ac:picMkLst>
            <pc:docMk/>
            <pc:sldMk cId="3396293414" sldId="295"/>
            <ac:picMk id="2" creationId="{46B44765-DF26-ADAA-6058-548CC06AD80F}"/>
          </ac:picMkLst>
        </pc:picChg>
      </pc:sldChg>
      <pc:sldChg chg="addSp modSp">
        <pc:chgData name="Abishek Kumar" userId="S::abishek.kumar@relevantz.com::7c265475-e175-41a9-aca9-6d70f6004be1" providerId="AD" clId="Web-{D9527A45-0880-30F2-990B-0DB5B8B5B517}" dt="2025-09-17T05:20:49.387" v="22" actId="20577"/>
        <pc:sldMkLst>
          <pc:docMk/>
          <pc:sldMk cId="3096444755" sldId="297"/>
        </pc:sldMkLst>
        <pc:spChg chg="mod">
          <ac:chgData name="Abishek Kumar" userId="S::abishek.kumar@relevantz.com::7c265475-e175-41a9-aca9-6d70f6004be1" providerId="AD" clId="Web-{D9527A45-0880-30F2-990B-0DB5B8B5B517}" dt="2025-09-17T05:20:49.387" v="22" actId="20577"/>
          <ac:spMkLst>
            <pc:docMk/>
            <pc:sldMk cId="3096444755" sldId="297"/>
            <ac:spMk id="2" creationId="{659BD6E2-7A88-7FEA-02A7-F8BC7F4EEC2F}"/>
          </ac:spMkLst>
        </pc:spChg>
        <pc:picChg chg="add mod">
          <ac:chgData name="Abishek Kumar" userId="S::abishek.kumar@relevantz.com::7c265475-e175-41a9-aca9-6d70f6004be1" providerId="AD" clId="Web-{D9527A45-0880-30F2-990B-0DB5B8B5B517}" dt="2025-09-17T05:20:21.308" v="1" actId="1076"/>
          <ac:picMkLst>
            <pc:docMk/>
            <pc:sldMk cId="3096444755" sldId="297"/>
            <ac:picMk id="3" creationId="{D369D9E1-920E-F0AA-4B15-36ABD1169475}"/>
          </ac:picMkLst>
        </pc:picChg>
      </pc:sldChg>
      <pc:sldChg chg="addSp delSp modSp">
        <pc:chgData name="Abishek Kumar" userId="S::abishek.kumar@relevantz.com::7c265475-e175-41a9-aca9-6d70f6004be1" providerId="AD" clId="Web-{D9527A45-0880-30F2-990B-0DB5B8B5B517}" dt="2025-09-17T05:22:22.575" v="52" actId="20577"/>
        <pc:sldMkLst>
          <pc:docMk/>
          <pc:sldMk cId="1035981262" sldId="298"/>
        </pc:sldMkLst>
        <pc:spChg chg="mod">
          <ac:chgData name="Abishek Kumar" userId="S::abishek.kumar@relevantz.com::7c265475-e175-41a9-aca9-6d70f6004be1" providerId="AD" clId="Web-{D9527A45-0880-30F2-990B-0DB5B8B5B517}" dt="2025-09-17T05:21:02.324" v="42" actId="20577"/>
          <ac:spMkLst>
            <pc:docMk/>
            <pc:sldMk cId="1035981262" sldId="298"/>
            <ac:spMk id="2" creationId="{C18F0DAA-C346-3176-904F-172061D108E2}"/>
          </ac:spMkLst>
        </pc:spChg>
        <pc:spChg chg="mod">
          <ac:chgData name="Abishek Kumar" userId="S::abishek.kumar@relevantz.com::7c265475-e175-41a9-aca9-6d70f6004be1" providerId="AD" clId="Web-{D9527A45-0880-30F2-990B-0DB5B8B5B517}" dt="2025-09-17T05:22:22.575" v="52" actId="20577"/>
          <ac:spMkLst>
            <pc:docMk/>
            <pc:sldMk cId="1035981262" sldId="298"/>
            <ac:spMk id="4" creationId="{F0A1AB9B-6B6C-BCC1-C288-03330E351B84}"/>
          </ac:spMkLst>
        </pc:spChg>
        <pc:picChg chg="add mod">
          <ac:chgData name="Abishek Kumar" userId="S::abishek.kumar@relevantz.com::7c265475-e175-41a9-aca9-6d70f6004be1" providerId="AD" clId="Web-{D9527A45-0880-30F2-990B-0DB5B8B5B517}" dt="2025-09-17T05:21:36.622" v="44" actId="1076"/>
          <ac:picMkLst>
            <pc:docMk/>
            <pc:sldMk cId="1035981262" sldId="298"/>
            <ac:picMk id="3" creationId="{10B43C7A-36FA-9E05-5129-E8A07F859F6F}"/>
          </ac:picMkLst>
        </pc:picChg>
        <pc:picChg chg="del">
          <ac:chgData name="Abishek Kumar" userId="S::abishek.kumar@relevantz.com::7c265475-e175-41a9-aca9-6d70f6004be1" providerId="AD" clId="Web-{D9527A45-0880-30F2-990B-0DB5B8B5B517}" dt="2025-09-17T05:20:52.668" v="23"/>
          <ac:picMkLst>
            <pc:docMk/>
            <pc:sldMk cId="1035981262" sldId="298"/>
            <ac:picMk id="6" creationId="{87E0EAAD-C081-0A7D-DA01-6654F1EA14EC}"/>
          </ac:picMkLst>
        </pc:picChg>
      </pc:sldChg>
      <pc:sldChg chg="delSp del">
        <pc:chgData name="Abishek Kumar" userId="S::abishek.kumar@relevantz.com::7c265475-e175-41a9-aca9-6d70f6004be1" providerId="AD" clId="Web-{D9527A45-0880-30F2-990B-0DB5B8B5B517}" dt="2025-09-17T05:22:33.904" v="53"/>
        <pc:sldMkLst>
          <pc:docMk/>
          <pc:sldMk cId="4047658532" sldId="299"/>
        </pc:sldMkLst>
        <pc:picChg chg="del">
          <ac:chgData name="Abishek Kumar" userId="S::abishek.kumar@relevantz.com::7c265475-e175-41a9-aca9-6d70f6004be1" providerId="AD" clId="Web-{D9527A45-0880-30F2-990B-0DB5B8B5B517}" dt="2025-09-17T05:22:13.872" v="45"/>
          <ac:picMkLst>
            <pc:docMk/>
            <pc:sldMk cId="4047658532" sldId="299"/>
            <ac:picMk id="6" creationId="{037C7C57-9B3C-580E-BC3E-5EE8D3F6B947}"/>
          </ac:picMkLst>
        </pc:picChg>
      </pc:sldChg>
      <pc:sldChg chg="addSp delSp modSp">
        <pc:chgData name="Abishek Kumar" userId="S::abishek.kumar@relevantz.com::7c265475-e175-41a9-aca9-6d70f6004be1" providerId="AD" clId="Web-{D9527A45-0880-30F2-990B-0DB5B8B5B517}" dt="2025-09-17T05:26:20.959" v="166" actId="1076"/>
        <pc:sldMkLst>
          <pc:docMk/>
          <pc:sldMk cId="2212772780" sldId="300"/>
        </pc:sldMkLst>
        <pc:spChg chg="add del mod">
          <ac:chgData name="Abishek Kumar" userId="S::abishek.kumar@relevantz.com::7c265475-e175-41a9-aca9-6d70f6004be1" providerId="AD" clId="Web-{D9527A45-0880-30F2-990B-0DB5B8B5B517}" dt="2025-09-17T05:24:30.722" v="133" actId="20577"/>
          <ac:spMkLst>
            <pc:docMk/>
            <pc:sldMk cId="2212772780" sldId="300"/>
            <ac:spMk id="3" creationId="{59FC6307-1D68-02FA-E71A-52E01994EE5C}"/>
          </ac:spMkLst>
        </pc:spChg>
        <pc:spChg chg="mod">
          <ac:chgData name="Abishek Kumar" userId="S::abishek.kumar@relevantz.com::7c265475-e175-41a9-aca9-6d70f6004be1" providerId="AD" clId="Web-{D9527A45-0880-30F2-990B-0DB5B8B5B517}" dt="2025-09-17T05:22:39.497" v="60" actId="20577"/>
          <ac:spMkLst>
            <pc:docMk/>
            <pc:sldMk cId="2212772780" sldId="300"/>
            <ac:spMk id="4" creationId="{B8ABB268-9691-54B1-F9A3-75FA212DB13E}"/>
          </ac:spMkLst>
        </pc:spChg>
        <pc:spChg chg="add del mod">
          <ac:chgData name="Abishek Kumar" userId="S::abishek.kumar@relevantz.com::7c265475-e175-41a9-aca9-6d70f6004be1" providerId="AD" clId="Web-{D9527A45-0880-30F2-990B-0DB5B8B5B517}" dt="2025-09-17T05:22:52.154" v="63"/>
          <ac:spMkLst>
            <pc:docMk/>
            <pc:sldMk cId="2212772780" sldId="300"/>
            <ac:spMk id="8" creationId="{29A9B7C3-E2B0-620C-31E0-8C967CDDC5F8}"/>
          </ac:spMkLst>
        </pc:spChg>
        <pc:picChg chg="del">
          <ac:chgData name="Abishek Kumar" userId="S::abishek.kumar@relevantz.com::7c265475-e175-41a9-aca9-6d70f6004be1" providerId="AD" clId="Web-{D9527A45-0880-30F2-990B-0DB5B8B5B517}" dt="2025-09-17T05:22:45.935" v="61"/>
          <ac:picMkLst>
            <pc:docMk/>
            <pc:sldMk cId="2212772780" sldId="300"/>
            <ac:picMk id="6" creationId="{1EA368AD-195A-5AD3-8FAE-477791451532}"/>
          </ac:picMkLst>
        </pc:picChg>
        <pc:picChg chg="add del mod">
          <ac:chgData name="Abishek Kumar" userId="S::abishek.kumar@relevantz.com::7c265475-e175-41a9-aca9-6d70f6004be1" providerId="AD" clId="Web-{D9527A45-0880-30F2-990B-0DB5B8B5B517}" dt="2025-09-17T05:25:43.190" v="157"/>
          <ac:picMkLst>
            <pc:docMk/>
            <pc:sldMk cId="2212772780" sldId="300"/>
            <ac:picMk id="9" creationId="{DCFD1A39-08B2-8D59-4F32-39072229BD88}"/>
          </ac:picMkLst>
        </pc:picChg>
        <pc:picChg chg="add mod">
          <ac:chgData name="Abishek Kumar" userId="S::abishek.kumar@relevantz.com::7c265475-e175-41a9-aca9-6d70f6004be1" providerId="AD" clId="Web-{D9527A45-0880-30F2-990B-0DB5B8B5B517}" dt="2025-09-17T05:26:20.959" v="166" actId="1076"/>
          <ac:picMkLst>
            <pc:docMk/>
            <pc:sldMk cId="2212772780" sldId="300"/>
            <ac:picMk id="10" creationId="{60D45DCE-65F4-B243-4A7B-4D55AEEA995C}"/>
          </ac:picMkLst>
        </pc:picChg>
      </pc:sldChg>
      <pc:sldChg chg="addSp delSp modSp">
        <pc:chgData name="Abishek Kumar" userId="S::abishek.kumar@relevantz.com::7c265475-e175-41a9-aca9-6d70f6004be1" providerId="AD" clId="Web-{D9527A45-0880-30F2-990B-0DB5B8B5B517}" dt="2025-09-17T05:28:27.402" v="232" actId="14100"/>
        <pc:sldMkLst>
          <pc:docMk/>
          <pc:sldMk cId="3101310792" sldId="301"/>
        </pc:sldMkLst>
        <pc:spChg chg="mod">
          <ac:chgData name="Abishek Kumar" userId="S::abishek.kumar@relevantz.com::7c265475-e175-41a9-aca9-6d70f6004be1" providerId="AD" clId="Web-{D9527A45-0880-30F2-990B-0DB5B8B5B517}" dt="2025-09-17T05:27:57.932" v="224" actId="20577"/>
          <ac:spMkLst>
            <pc:docMk/>
            <pc:sldMk cId="3101310792" sldId="301"/>
            <ac:spMk id="2" creationId="{CF77C5D9-FE33-C6DC-5F5B-49347448A07A}"/>
          </ac:spMkLst>
        </pc:spChg>
        <pc:spChg chg="del">
          <ac:chgData name="Abishek Kumar" userId="S::abishek.kumar@relevantz.com::7c265475-e175-41a9-aca9-6d70f6004be1" providerId="AD" clId="Web-{D9527A45-0880-30F2-990B-0DB5B8B5B517}" dt="2025-09-17T05:25:05.059" v="138"/>
          <ac:spMkLst>
            <pc:docMk/>
            <pc:sldMk cId="3101310792" sldId="301"/>
            <ac:spMk id="3" creationId="{19BA4C82-863D-4D55-9466-77660051079A}"/>
          </ac:spMkLst>
        </pc:spChg>
        <pc:spChg chg="mod">
          <ac:chgData name="Abishek Kumar" userId="S::abishek.kumar@relevantz.com::7c265475-e175-41a9-aca9-6d70f6004be1" providerId="AD" clId="Web-{D9527A45-0880-30F2-990B-0DB5B8B5B517}" dt="2025-09-17T05:27:38.603" v="183" actId="20577"/>
          <ac:spMkLst>
            <pc:docMk/>
            <pc:sldMk cId="3101310792" sldId="301"/>
            <ac:spMk id="4" creationId="{AC0AE950-05F4-A023-DED4-87F5085DDB10}"/>
          </ac:spMkLst>
        </pc:spChg>
        <pc:spChg chg="add del mod">
          <ac:chgData name="Abishek Kumar" userId="S::abishek.kumar@relevantz.com::7c265475-e175-41a9-aca9-6d70f6004be1" providerId="AD" clId="Web-{D9527A45-0880-30F2-990B-0DB5B8B5B517}" dt="2025-09-17T05:28:04.026" v="226"/>
          <ac:spMkLst>
            <pc:docMk/>
            <pc:sldMk cId="3101310792" sldId="301"/>
            <ac:spMk id="8" creationId="{355AF177-6DC3-B831-4D3C-629EEF51D7E7}"/>
          </ac:spMkLst>
        </pc:spChg>
        <pc:picChg chg="del">
          <ac:chgData name="Abishek Kumar" userId="S::abishek.kumar@relevantz.com::7c265475-e175-41a9-aca9-6d70f6004be1" providerId="AD" clId="Web-{D9527A45-0880-30F2-990B-0DB5B8B5B517}" dt="2025-09-17T05:24:57.776" v="137"/>
          <ac:picMkLst>
            <pc:docMk/>
            <pc:sldMk cId="3101310792" sldId="301"/>
            <ac:picMk id="6" creationId="{D4B795F0-F374-8905-FB08-AD985EEC38D5}"/>
          </ac:picMkLst>
        </pc:picChg>
        <pc:picChg chg="add mod">
          <ac:chgData name="Abishek Kumar" userId="S::abishek.kumar@relevantz.com::7c265475-e175-41a9-aca9-6d70f6004be1" providerId="AD" clId="Web-{D9527A45-0880-30F2-990B-0DB5B8B5B517}" dt="2025-09-17T05:28:27.402" v="232" actId="14100"/>
          <ac:picMkLst>
            <pc:docMk/>
            <pc:sldMk cId="3101310792" sldId="301"/>
            <ac:picMk id="9" creationId="{FF873F21-D573-93F1-734B-EEDC2F604D7A}"/>
          </ac:picMkLst>
        </pc:picChg>
      </pc:sldChg>
      <pc:sldChg chg="del">
        <pc:chgData name="Abishek Kumar" userId="S::abishek.kumar@relevantz.com::7c265475-e175-41a9-aca9-6d70f6004be1" providerId="AD" clId="Web-{D9527A45-0880-30F2-990B-0DB5B8B5B517}" dt="2025-09-17T05:28:33.480" v="233"/>
        <pc:sldMkLst>
          <pc:docMk/>
          <pc:sldMk cId="1146427144" sldId="302"/>
        </pc:sldMkLst>
      </pc:sldChg>
      <pc:sldChg chg="del">
        <pc:chgData name="Abishek Kumar" userId="S::abishek.kumar@relevantz.com::7c265475-e175-41a9-aca9-6d70f6004be1" providerId="AD" clId="Web-{D9527A45-0880-30F2-990B-0DB5B8B5B517}" dt="2025-09-17T05:28:34.652" v="234"/>
        <pc:sldMkLst>
          <pc:docMk/>
          <pc:sldMk cId="265428519" sldId="303"/>
        </pc:sldMkLst>
      </pc:sldChg>
      <pc:sldChg chg="del">
        <pc:chgData name="Abishek Kumar" userId="S::abishek.kumar@relevantz.com::7c265475-e175-41a9-aca9-6d70f6004be1" providerId="AD" clId="Web-{D9527A45-0880-30F2-990B-0DB5B8B5B517}" dt="2025-09-17T05:28:35.558" v="235"/>
        <pc:sldMkLst>
          <pc:docMk/>
          <pc:sldMk cId="1629417903" sldId="304"/>
        </pc:sldMkLst>
      </pc:sldChg>
      <pc:sldChg chg="del">
        <pc:chgData name="Abishek Kumar" userId="S::abishek.kumar@relevantz.com::7c265475-e175-41a9-aca9-6d70f6004be1" providerId="AD" clId="Web-{D9527A45-0880-30F2-990B-0DB5B8B5B517}" dt="2025-09-17T05:28:36.355" v="236"/>
        <pc:sldMkLst>
          <pc:docMk/>
          <pc:sldMk cId="1220610180" sldId="305"/>
        </pc:sldMkLst>
      </pc:sldChg>
      <pc:sldChg chg="del">
        <pc:chgData name="Abishek Kumar" userId="S::abishek.kumar@relevantz.com::7c265475-e175-41a9-aca9-6d70f6004be1" providerId="AD" clId="Web-{D9527A45-0880-30F2-990B-0DB5B8B5B517}" dt="2025-09-17T05:28:37.277" v="237"/>
        <pc:sldMkLst>
          <pc:docMk/>
          <pc:sldMk cId="212666015" sldId="306"/>
        </pc:sldMkLst>
      </pc:sldChg>
      <pc:sldChg chg="del">
        <pc:chgData name="Abishek Kumar" userId="S::abishek.kumar@relevantz.com::7c265475-e175-41a9-aca9-6d70f6004be1" providerId="AD" clId="Web-{D9527A45-0880-30F2-990B-0DB5B8B5B517}" dt="2025-09-17T05:28:37.621" v="238"/>
        <pc:sldMkLst>
          <pc:docMk/>
          <pc:sldMk cId="1954386171" sldId="308"/>
        </pc:sldMkLst>
      </pc:sldChg>
      <pc:sldChg chg="del">
        <pc:chgData name="Abishek Kumar" userId="S::abishek.kumar@relevantz.com::7c265475-e175-41a9-aca9-6d70f6004be1" providerId="AD" clId="Web-{D9527A45-0880-30F2-990B-0DB5B8B5B517}" dt="2025-09-17T05:28:38.371" v="239"/>
        <pc:sldMkLst>
          <pc:docMk/>
          <pc:sldMk cId="1694498082" sldId="309"/>
        </pc:sldMkLst>
      </pc:sldChg>
      <pc:sldChg chg="del">
        <pc:chgData name="Abishek Kumar" userId="S::abishek.kumar@relevantz.com::7c265475-e175-41a9-aca9-6d70f6004be1" providerId="AD" clId="Web-{D9527A45-0880-30F2-990B-0DB5B8B5B517}" dt="2025-09-17T05:28:39.105" v="240"/>
        <pc:sldMkLst>
          <pc:docMk/>
          <pc:sldMk cId="1525610585" sldId="310"/>
        </pc:sldMkLst>
      </pc:sldChg>
    </pc:docChg>
  </pc:docChgLst>
  <pc:docChgLst>
    <pc:chgData name="Abishek Kumar" userId="S::abishek.kumar@relevantz.com::7c265475-e175-41a9-aca9-6d70f6004be1" providerId="AD" clId="Web-{8E328317-6E74-526A-3AD1-BF9863E3D3AE}"/>
    <pc:docChg chg="addSld delSld modSld">
      <pc:chgData name="Abishek Kumar" userId="S::abishek.kumar@relevantz.com::7c265475-e175-41a9-aca9-6d70f6004be1" providerId="AD" clId="Web-{8E328317-6E74-526A-3AD1-BF9863E3D3AE}" dt="2025-09-17T05:48:28.243" v="381" actId="20577"/>
      <pc:docMkLst>
        <pc:docMk/>
      </pc:docMkLst>
      <pc:sldChg chg="delSp modSp">
        <pc:chgData name="Abishek Kumar" userId="S::abishek.kumar@relevantz.com::7c265475-e175-41a9-aca9-6d70f6004be1" providerId="AD" clId="Web-{8E328317-6E74-526A-3AD1-BF9863E3D3AE}" dt="2025-09-17T05:06:36.907" v="37" actId="1076"/>
        <pc:sldMkLst>
          <pc:docMk/>
          <pc:sldMk cId="0" sldId="257"/>
        </pc:sldMkLst>
        <pc:spChg chg="mod">
          <ac:chgData name="Abishek Kumar" userId="S::abishek.kumar@relevantz.com::7c265475-e175-41a9-aca9-6d70f6004be1" providerId="AD" clId="Web-{8E328317-6E74-526A-3AD1-BF9863E3D3AE}" dt="2025-09-17T05:05:40.405" v="27" actId="20577"/>
          <ac:spMkLst>
            <pc:docMk/>
            <pc:sldMk cId="0" sldId="257"/>
            <ac:spMk id="2" creationId="{D8CD9F66-2E49-A026-1E0F-0F81311F301A}"/>
          </ac:spMkLst>
        </pc:spChg>
        <pc:spChg chg="del mod">
          <ac:chgData name="Abishek Kumar" userId="S::abishek.kumar@relevantz.com::7c265475-e175-41a9-aca9-6d70f6004be1" providerId="AD" clId="Web-{8E328317-6E74-526A-3AD1-BF9863E3D3AE}" dt="2025-09-17T05:06:20.656" v="34"/>
          <ac:spMkLst>
            <pc:docMk/>
            <pc:sldMk cId="0" sldId="257"/>
            <ac:spMk id="3" creationId="{CFCFEABA-37C9-0F62-C245-A993D275E3C9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5:49.561" v="28" actId="20577"/>
          <ac:spMkLst>
            <pc:docMk/>
            <pc:sldMk cId="0" sldId="257"/>
            <ac:spMk id="12" creationId="{DA28CEA1-2429-B081-DE72-AFFF9832FA54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6:36.907" v="37" actId="1076"/>
          <ac:spMkLst>
            <pc:docMk/>
            <pc:sldMk cId="0" sldId="257"/>
            <ac:spMk id="13" creationId="{90EE9C4E-799A-8365-1004-A80BC7A8B318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6:30.313" v="36" actId="1076"/>
          <ac:spMkLst>
            <pc:docMk/>
            <pc:sldMk cId="0" sldId="257"/>
            <ac:spMk id="14" creationId="{429C50D1-19F7-30EE-0C3C-992049E7F315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6:24.969" v="35" actId="1076"/>
          <ac:spMkLst>
            <pc:docMk/>
            <pc:sldMk cId="0" sldId="257"/>
            <ac:spMk id="15" creationId="{1465D250-1CC1-AB75-C506-4D7D345CDEBF}"/>
          </ac:spMkLst>
        </pc:spChg>
      </pc:sldChg>
      <pc:sldChg chg="addSp delSp modSp">
        <pc:chgData name="Abishek Kumar" userId="S::abishek.kumar@relevantz.com::7c265475-e175-41a9-aca9-6d70f6004be1" providerId="AD" clId="Web-{8E328317-6E74-526A-3AD1-BF9863E3D3AE}" dt="2025-09-17T05:33:50.286" v="274" actId="1076"/>
        <pc:sldMkLst>
          <pc:docMk/>
          <pc:sldMk cId="134882253" sldId="281"/>
        </pc:sldMkLst>
        <pc:spChg chg="del">
          <ac:chgData name="Abishek Kumar" userId="S::abishek.kumar@relevantz.com::7c265475-e175-41a9-aca9-6d70f6004be1" providerId="AD" clId="Web-{8E328317-6E74-526A-3AD1-BF9863E3D3AE}" dt="2025-09-17T05:05:23.561" v="24"/>
          <ac:spMkLst>
            <pc:docMk/>
            <pc:sldMk cId="134882253" sldId="281"/>
            <ac:spMk id="2" creationId="{F739868B-276E-09A8-79A6-63FB5910EBB8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4:08.467" v="17" actId="20577"/>
          <ac:spMkLst>
            <pc:docMk/>
            <pc:sldMk cId="134882253" sldId="281"/>
            <ac:spMk id="8" creationId="{E391C4E7-C53C-AA6E-3D17-9B661502CFE1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33:44.114" v="272" actId="1076"/>
          <ac:spMkLst>
            <pc:docMk/>
            <pc:sldMk cId="134882253" sldId="281"/>
            <ac:spMk id="29" creationId="{F595C6C3-69B1-8BD1-DD63-A8FB00336D3E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33:50.286" v="274" actId="1076"/>
          <ac:spMkLst>
            <pc:docMk/>
            <pc:sldMk cId="134882253" sldId="281"/>
            <ac:spMk id="30" creationId="{FAC29779-122E-4E7F-D4D0-FD6EE5C29CCC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33:47.192" v="273" actId="1076"/>
          <ac:spMkLst>
            <pc:docMk/>
            <pc:sldMk cId="134882253" sldId="281"/>
            <ac:spMk id="31" creationId="{1C58F0C3-6104-E881-D0AE-DB3352F19F34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5:20.858" v="23" actId="20577"/>
          <ac:spMkLst>
            <pc:docMk/>
            <pc:sldMk cId="134882253" sldId="281"/>
            <ac:spMk id="32" creationId="{5B1C404B-33B3-6999-B9B5-0DD5D83598AE}"/>
          </ac:spMkLst>
        </pc:spChg>
        <pc:picChg chg="add mod ord">
          <ac:chgData name="Abishek Kumar" userId="S::abishek.kumar@relevantz.com::7c265475-e175-41a9-aca9-6d70f6004be1" providerId="AD" clId="Web-{8E328317-6E74-526A-3AD1-BF9863E3D3AE}" dt="2025-09-17T05:33:34.785" v="271"/>
          <ac:picMkLst>
            <pc:docMk/>
            <pc:sldMk cId="134882253" sldId="281"/>
            <ac:picMk id="2" creationId="{7E39FC99-4160-587C-B8D6-2C75CD0883F9}"/>
          </ac:picMkLst>
        </pc:picChg>
        <pc:picChg chg="del">
          <ac:chgData name="Abishek Kumar" userId="S::abishek.kumar@relevantz.com::7c265475-e175-41a9-aca9-6d70f6004be1" providerId="AD" clId="Web-{8E328317-6E74-526A-3AD1-BF9863E3D3AE}" dt="2025-09-17T05:33:13.721" v="264"/>
          <ac:picMkLst>
            <pc:docMk/>
            <pc:sldMk cId="134882253" sldId="281"/>
            <ac:picMk id="5" creationId="{570F29B9-881D-1336-64CC-D8E4B5ABE0D4}"/>
          </ac:picMkLst>
        </pc:picChg>
      </pc:sldChg>
      <pc:sldChg chg="modSp">
        <pc:chgData name="Abishek Kumar" userId="S::abishek.kumar@relevantz.com::7c265475-e175-41a9-aca9-6d70f6004be1" providerId="AD" clId="Web-{8E328317-6E74-526A-3AD1-BF9863E3D3AE}" dt="2025-09-17T05:02:18.106" v="2" actId="20577"/>
        <pc:sldMkLst>
          <pc:docMk/>
          <pc:sldMk cId="785531938" sldId="282"/>
        </pc:sldMkLst>
        <pc:spChg chg="mod">
          <ac:chgData name="Abishek Kumar" userId="S::abishek.kumar@relevantz.com::7c265475-e175-41a9-aca9-6d70f6004be1" providerId="AD" clId="Web-{8E328317-6E74-526A-3AD1-BF9863E3D3AE}" dt="2025-09-17T05:02:05.919" v="1" actId="20577"/>
          <ac:spMkLst>
            <pc:docMk/>
            <pc:sldMk cId="785531938" sldId="282"/>
            <ac:spMk id="2" creationId="{0C560E1C-DEA5-906C-2995-14F06B46A0E6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2:18.106" v="2" actId="20577"/>
          <ac:spMkLst>
            <pc:docMk/>
            <pc:sldMk cId="785531938" sldId="282"/>
            <ac:spMk id="3" creationId="{55D72067-5E70-0204-9BF6-687ACDF0A992}"/>
          </ac:spMkLst>
        </pc:spChg>
      </pc:sldChg>
      <pc:sldChg chg="addSp delSp modSp">
        <pc:chgData name="Abishek Kumar" userId="S::abishek.kumar@relevantz.com::7c265475-e175-41a9-aca9-6d70f6004be1" providerId="AD" clId="Web-{8E328317-6E74-526A-3AD1-BF9863E3D3AE}" dt="2025-09-17T05:36:08.870" v="294" actId="1076"/>
        <pc:sldMkLst>
          <pc:docMk/>
          <pc:sldMk cId="373435572" sldId="284"/>
        </pc:sldMkLst>
        <pc:spChg chg="mod">
          <ac:chgData name="Abishek Kumar" userId="S::abishek.kumar@relevantz.com::7c265475-e175-41a9-aca9-6d70f6004be1" providerId="AD" clId="Web-{8E328317-6E74-526A-3AD1-BF9863E3D3AE}" dt="2025-09-17T05:11:18.543" v="83" actId="20577"/>
          <ac:spMkLst>
            <pc:docMk/>
            <pc:sldMk cId="373435572" sldId="284"/>
            <ac:spMk id="4" creationId="{43C01305-1BE1-BEB8-4D89-5F1C85AFA51B}"/>
          </ac:spMkLst>
        </pc:spChg>
        <pc:picChg chg="add mod">
          <ac:chgData name="Abishek Kumar" userId="S::abishek.kumar@relevantz.com::7c265475-e175-41a9-aca9-6d70f6004be1" providerId="AD" clId="Web-{8E328317-6E74-526A-3AD1-BF9863E3D3AE}" dt="2025-09-17T05:36:03.542" v="292" actId="14100"/>
          <ac:picMkLst>
            <pc:docMk/>
            <pc:sldMk cId="373435572" sldId="284"/>
            <ac:picMk id="3" creationId="{F81CDA5D-F0FC-A60F-90AE-DD9C4B49A946}"/>
          </ac:picMkLst>
        </pc:picChg>
        <pc:picChg chg="add mod">
          <ac:chgData name="Abishek Kumar" userId="S::abishek.kumar@relevantz.com::7c265475-e175-41a9-aca9-6d70f6004be1" providerId="AD" clId="Web-{8E328317-6E74-526A-3AD1-BF9863E3D3AE}" dt="2025-09-17T05:36:05.151" v="293" actId="1076"/>
          <ac:picMkLst>
            <pc:docMk/>
            <pc:sldMk cId="373435572" sldId="284"/>
            <ac:picMk id="5" creationId="{C3708BF5-A107-27D9-0B8B-78D2235D4270}"/>
          </ac:picMkLst>
        </pc:picChg>
        <pc:picChg chg="add mod">
          <ac:chgData name="Abishek Kumar" userId="S::abishek.kumar@relevantz.com::7c265475-e175-41a9-aca9-6d70f6004be1" providerId="AD" clId="Web-{8E328317-6E74-526A-3AD1-BF9863E3D3AE}" dt="2025-09-17T05:36:08.870" v="294" actId="1076"/>
          <ac:picMkLst>
            <pc:docMk/>
            <pc:sldMk cId="373435572" sldId="284"/>
            <ac:picMk id="6" creationId="{9FDD1E01-B108-9A83-C846-1CAF37F53D64}"/>
          </ac:picMkLst>
        </pc:picChg>
        <pc:picChg chg="del">
          <ac:chgData name="Abishek Kumar" userId="S::abishek.kumar@relevantz.com::7c265475-e175-41a9-aca9-6d70f6004be1" providerId="AD" clId="Web-{8E328317-6E74-526A-3AD1-BF9863E3D3AE}" dt="2025-09-17T05:07:30.129" v="45"/>
          <ac:picMkLst>
            <pc:docMk/>
            <pc:sldMk cId="373435572" sldId="284"/>
            <ac:picMk id="7" creationId="{C52158E3-2AA5-0945-2C2D-C3273A6B3434}"/>
          </ac:picMkLst>
        </pc:picChg>
        <pc:picChg chg="del">
          <ac:chgData name="Abishek Kumar" userId="S::abishek.kumar@relevantz.com::7c265475-e175-41a9-aca9-6d70f6004be1" providerId="AD" clId="Web-{8E328317-6E74-526A-3AD1-BF9863E3D3AE}" dt="2025-09-17T05:07:28.754" v="44"/>
          <ac:picMkLst>
            <pc:docMk/>
            <pc:sldMk cId="373435572" sldId="284"/>
            <ac:picMk id="8" creationId="{1F3C8ECF-CEC3-0AE9-0022-06B983EC136C}"/>
          </ac:picMkLst>
        </pc:picChg>
        <pc:picChg chg="del">
          <ac:chgData name="Abishek Kumar" userId="S::abishek.kumar@relevantz.com::7c265475-e175-41a9-aca9-6d70f6004be1" providerId="AD" clId="Web-{8E328317-6E74-526A-3AD1-BF9863E3D3AE}" dt="2025-09-17T05:07:27.473" v="43"/>
          <ac:picMkLst>
            <pc:docMk/>
            <pc:sldMk cId="373435572" sldId="284"/>
            <ac:picMk id="9" creationId="{9EA5E13E-C6D8-8B68-E6C8-A2DC133BA449}"/>
          </ac:picMkLst>
        </pc:picChg>
        <pc:picChg chg="del">
          <ac:chgData name="Abishek Kumar" userId="S::abishek.kumar@relevantz.com::7c265475-e175-41a9-aca9-6d70f6004be1" providerId="AD" clId="Web-{8E328317-6E74-526A-3AD1-BF9863E3D3AE}" dt="2025-09-17T05:07:31.567" v="46"/>
          <ac:picMkLst>
            <pc:docMk/>
            <pc:sldMk cId="373435572" sldId="284"/>
            <ac:picMk id="10" creationId="{0F924717-DDE3-5807-5CEB-88F2E79DF6C6}"/>
          </ac:picMkLst>
        </pc:picChg>
      </pc:sldChg>
      <pc:sldChg chg="modSp">
        <pc:chgData name="Abishek Kumar" userId="S::abishek.kumar@relevantz.com::7c265475-e175-41a9-aca9-6d70f6004be1" providerId="AD" clId="Web-{8E328317-6E74-526A-3AD1-BF9863E3D3AE}" dt="2025-09-17T05:08:32.726" v="58" actId="20577"/>
        <pc:sldMkLst>
          <pc:docMk/>
          <pc:sldMk cId="3918375648" sldId="286"/>
        </pc:sldMkLst>
        <pc:spChg chg="mod">
          <ac:chgData name="Abishek Kumar" userId="S::abishek.kumar@relevantz.com::7c265475-e175-41a9-aca9-6d70f6004be1" providerId="AD" clId="Web-{8E328317-6E74-526A-3AD1-BF9863E3D3AE}" dt="2025-09-17T05:07:43.364" v="49" actId="20577"/>
          <ac:spMkLst>
            <pc:docMk/>
            <pc:sldMk cId="3918375648" sldId="286"/>
            <ac:spMk id="2" creationId="{69CC5060-0E2F-2741-C756-C91FF9832E8C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8:32.726" v="58" actId="20577"/>
          <ac:spMkLst>
            <pc:docMk/>
            <pc:sldMk cId="3918375648" sldId="286"/>
            <ac:spMk id="4" creationId="{596EBE43-A4B1-D426-D904-438CA6BF828D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8:21.772" v="55" actId="20577"/>
          <ac:spMkLst>
            <pc:docMk/>
            <pc:sldMk cId="3918375648" sldId="286"/>
            <ac:spMk id="7" creationId="{86E8D713-530C-F842-0969-0BD968601F26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8:11.912" v="53" actId="20577"/>
          <ac:spMkLst>
            <pc:docMk/>
            <pc:sldMk cId="3918375648" sldId="286"/>
            <ac:spMk id="8" creationId="{3C21DEF1-633D-49C8-F5FE-5DCFA9CAB14F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8:31.241" v="57" actId="20577"/>
          <ac:spMkLst>
            <pc:docMk/>
            <pc:sldMk cId="3918375648" sldId="286"/>
            <ac:spMk id="9" creationId="{EEB48BF1-A53F-2D43-003B-ED0AA4F88915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8:04.131" v="51" actId="20577"/>
          <ac:spMkLst>
            <pc:docMk/>
            <pc:sldMk cId="3918375648" sldId="286"/>
            <ac:spMk id="10" creationId="{B7C657D7-7CD4-1E37-A058-D8EDC18D30F0}"/>
          </ac:spMkLst>
        </pc:spChg>
      </pc:sldChg>
      <pc:sldChg chg="addSp delSp modSp">
        <pc:chgData name="Abishek Kumar" userId="S::abishek.kumar@relevantz.com::7c265475-e175-41a9-aca9-6d70f6004be1" providerId="AD" clId="Web-{8E328317-6E74-526A-3AD1-BF9863E3D3AE}" dt="2025-09-17T05:40:43.300" v="311" actId="14100"/>
        <pc:sldMkLst>
          <pc:docMk/>
          <pc:sldMk cId="3850687017" sldId="287"/>
        </pc:sldMkLst>
        <pc:spChg chg="mod">
          <ac:chgData name="Abishek Kumar" userId="S::abishek.kumar@relevantz.com::7c265475-e175-41a9-aca9-6d70f6004be1" providerId="AD" clId="Web-{8E328317-6E74-526A-3AD1-BF9863E3D3AE}" dt="2025-09-17T05:09:15.962" v="62" actId="20577"/>
          <ac:spMkLst>
            <pc:docMk/>
            <pc:sldMk cId="3850687017" sldId="287"/>
            <ac:spMk id="2" creationId="{52862C63-2EBE-0AB8-120E-0A550C96C5F7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11:39.606" v="85" actId="14100"/>
          <ac:spMkLst>
            <pc:docMk/>
            <pc:sldMk cId="3850687017" sldId="287"/>
            <ac:spMk id="4" creationId="{2F7413EF-5060-25B4-E7AF-17D5C385EAA4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11:42.903" v="86" actId="14100"/>
          <ac:spMkLst>
            <pc:docMk/>
            <pc:sldMk cId="3850687017" sldId="287"/>
            <ac:spMk id="5" creationId="{90D4E112-875E-FDBC-E904-A9C87316B85F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12:06.044" v="91" actId="14100"/>
          <ac:spMkLst>
            <pc:docMk/>
            <pc:sldMk cId="3850687017" sldId="287"/>
            <ac:spMk id="7" creationId="{7BB295B9-1C6A-BF23-2121-EEB74CC29666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12:01.685" v="90" actId="14100"/>
          <ac:spMkLst>
            <pc:docMk/>
            <pc:sldMk cId="3850687017" sldId="287"/>
            <ac:spMk id="8" creationId="{0327AE51-7382-E11D-CE6E-E6B1D0EECE54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11:34.966" v="84" actId="14100"/>
          <ac:spMkLst>
            <pc:docMk/>
            <pc:sldMk cId="3850687017" sldId="287"/>
            <ac:spMk id="24" creationId="{407BDEDC-C8DF-A7D1-C9B9-D07934DF99D3}"/>
          </ac:spMkLst>
        </pc:spChg>
        <pc:picChg chg="add del mod">
          <ac:chgData name="Abishek Kumar" userId="S::abishek.kumar@relevantz.com::7c265475-e175-41a9-aca9-6d70f6004be1" providerId="AD" clId="Web-{8E328317-6E74-526A-3AD1-BF9863E3D3AE}" dt="2025-09-17T05:37:27.920" v="299"/>
          <ac:picMkLst>
            <pc:docMk/>
            <pc:sldMk cId="3850687017" sldId="287"/>
            <ac:picMk id="3" creationId="{6ADFAE4D-915D-A634-3208-6F07CCD56751}"/>
          </ac:picMkLst>
        </pc:picChg>
        <pc:picChg chg="add mod">
          <ac:chgData name="Abishek Kumar" userId="S::abishek.kumar@relevantz.com::7c265475-e175-41a9-aca9-6d70f6004be1" providerId="AD" clId="Web-{8E328317-6E74-526A-3AD1-BF9863E3D3AE}" dt="2025-09-17T05:40:36.175" v="310" actId="1076"/>
          <ac:picMkLst>
            <pc:docMk/>
            <pc:sldMk cId="3850687017" sldId="287"/>
            <ac:picMk id="6" creationId="{AF08225D-6B94-396E-3861-5C06B1039492}"/>
          </ac:picMkLst>
        </pc:picChg>
        <pc:picChg chg="add mod">
          <ac:chgData name="Abishek Kumar" userId="S::abishek.kumar@relevantz.com::7c265475-e175-41a9-aca9-6d70f6004be1" providerId="AD" clId="Web-{8E328317-6E74-526A-3AD1-BF9863E3D3AE}" dt="2025-09-17T05:40:43.300" v="311" actId="14100"/>
          <ac:picMkLst>
            <pc:docMk/>
            <pc:sldMk cId="3850687017" sldId="287"/>
            <ac:picMk id="9" creationId="{9CC0BDCF-0AB5-9AE7-A248-CEA95B0C577A}"/>
          </ac:picMkLst>
        </pc:picChg>
        <pc:picChg chg="del">
          <ac:chgData name="Abishek Kumar" userId="S::abishek.kumar@relevantz.com::7c265475-e175-41a9-aca9-6d70f6004be1" providerId="AD" clId="Web-{8E328317-6E74-526A-3AD1-BF9863E3D3AE}" dt="2025-09-17T05:36:51.544" v="295"/>
          <ac:picMkLst>
            <pc:docMk/>
            <pc:sldMk cId="3850687017" sldId="287"/>
            <ac:picMk id="10" creationId="{2FC24AEB-87A6-E1A6-F5DC-3CA070C3ACFF}"/>
          </ac:picMkLst>
        </pc:picChg>
      </pc:sldChg>
      <pc:sldChg chg="modSp add del">
        <pc:chgData name="Abishek Kumar" userId="S::abishek.kumar@relevantz.com::7c265475-e175-41a9-aca9-6d70f6004be1" providerId="AD" clId="Web-{8E328317-6E74-526A-3AD1-BF9863E3D3AE}" dt="2025-09-17T05:14:56.063" v="238" actId="20577"/>
        <pc:sldMkLst>
          <pc:docMk/>
          <pc:sldMk cId="2020906926" sldId="293"/>
        </pc:sldMkLst>
        <pc:spChg chg="mod">
          <ac:chgData name="Abishek Kumar" userId="S::abishek.kumar@relevantz.com::7c265475-e175-41a9-aca9-6d70f6004be1" providerId="AD" clId="Web-{8E328317-6E74-526A-3AD1-BF9863E3D3AE}" dt="2025-09-17T05:14:56.063" v="238" actId="20577"/>
          <ac:spMkLst>
            <pc:docMk/>
            <pc:sldMk cId="2020906926" sldId="293"/>
            <ac:spMk id="3" creationId="{90238A0B-1C1C-F6F1-C4BB-6F99D59145F2}"/>
          </ac:spMkLst>
        </pc:spChg>
      </pc:sldChg>
      <pc:sldChg chg="delSp modSp">
        <pc:chgData name="Abishek Kumar" userId="S::abishek.kumar@relevantz.com::7c265475-e175-41a9-aca9-6d70f6004be1" providerId="AD" clId="Web-{8E328317-6E74-526A-3AD1-BF9863E3D3AE}" dt="2025-09-17T05:03:29.716" v="14" actId="20577"/>
        <pc:sldMkLst>
          <pc:docMk/>
          <pc:sldMk cId="3396293414" sldId="295"/>
        </pc:sldMkLst>
        <pc:spChg chg="mod">
          <ac:chgData name="Abishek Kumar" userId="S::abishek.kumar@relevantz.com::7c265475-e175-41a9-aca9-6d70f6004be1" providerId="AD" clId="Web-{8E328317-6E74-526A-3AD1-BF9863E3D3AE}" dt="2025-09-17T05:03:29.716" v="14" actId="20577"/>
          <ac:spMkLst>
            <pc:docMk/>
            <pc:sldMk cId="3396293414" sldId="295"/>
            <ac:spMk id="3" creationId="{BE9382C3-1136-06E4-64E5-0B3335AD41B3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02:35.825" v="5" actId="20577"/>
          <ac:spMkLst>
            <pc:docMk/>
            <pc:sldMk cId="3396293414" sldId="295"/>
            <ac:spMk id="4" creationId="{0851BE6B-51C4-C18F-40AE-711C5549D625}"/>
          </ac:spMkLst>
        </pc:spChg>
        <pc:picChg chg="del">
          <ac:chgData name="Abishek Kumar" userId="S::abishek.kumar@relevantz.com::7c265475-e175-41a9-aca9-6d70f6004be1" providerId="AD" clId="Web-{8E328317-6E74-526A-3AD1-BF9863E3D3AE}" dt="2025-09-17T05:02:51.935" v="6"/>
          <ac:picMkLst>
            <pc:docMk/>
            <pc:sldMk cId="3396293414" sldId="295"/>
            <ac:picMk id="6" creationId="{B28494FF-32F1-42FD-992C-846B2972E3E3}"/>
          </ac:picMkLst>
        </pc:picChg>
      </pc:sldChg>
      <pc:sldChg chg="modSp">
        <pc:chgData name="Abishek Kumar" userId="S::abishek.kumar@relevantz.com::7c265475-e175-41a9-aca9-6d70f6004be1" providerId="AD" clId="Web-{8E328317-6E74-526A-3AD1-BF9863E3D3AE}" dt="2025-09-17T05:44:11.276" v="362" actId="20577"/>
        <pc:sldMkLst>
          <pc:docMk/>
          <pc:sldMk cId="2638637802" sldId="296"/>
        </pc:sldMkLst>
        <pc:spChg chg="mod">
          <ac:chgData name="Abishek Kumar" userId="S::abishek.kumar@relevantz.com::7c265475-e175-41a9-aca9-6d70f6004be1" providerId="AD" clId="Web-{8E328317-6E74-526A-3AD1-BF9863E3D3AE}" dt="2025-09-17T05:44:11.276" v="362" actId="20577"/>
          <ac:spMkLst>
            <pc:docMk/>
            <pc:sldMk cId="2638637802" sldId="296"/>
            <ac:spMk id="2" creationId="{5D60F755-216F-97BA-BC75-6336E062DE0F}"/>
          </ac:spMkLst>
        </pc:spChg>
      </pc:sldChg>
      <pc:sldChg chg="delSp modSp">
        <pc:chgData name="Abishek Kumar" userId="S::abishek.kumar@relevantz.com::7c265475-e175-41a9-aca9-6d70f6004be1" providerId="AD" clId="Web-{8E328317-6E74-526A-3AD1-BF9863E3D3AE}" dt="2025-09-17T05:16:35.158" v="263"/>
        <pc:sldMkLst>
          <pc:docMk/>
          <pc:sldMk cId="3096444755" sldId="297"/>
        </pc:sldMkLst>
        <pc:spChg chg="mod">
          <ac:chgData name="Abishek Kumar" userId="S::abishek.kumar@relevantz.com::7c265475-e175-41a9-aca9-6d70f6004be1" providerId="AD" clId="Web-{8E328317-6E74-526A-3AD1-BF9863E3D3AE}" dt="2025-09-17T05:16:33.548" v="262" actId="20577"/>
          <ac:spMkLst>
            <pc:docMk/>
            <pc:sldMk cId="3096444755" sldId="297"/>
            <ac:spMk id="2" creationId="{659BD6E2-7A88-7FEA-02A7-F8BC7F4EEC2F}"/>
          </ac:spMkLst>
        </pc:spChg>
        <pc:spChg chg="mod">
          <ac:chgData name="Abishek Kumar" userId="S::abishek.kumar@relevantz.com::7c265475-e175-41a9-aca9-6d70f6004be1" providerId="AD" clId="Web-{8E328317-6E74-526A-3AD1-BF9863E3D3AE}" dt="2025-09-17T05:16:20.361" v="242" actId="20577"/>
          <ac:spMkLst>
            <pc:docMk/>
            <pc:sldMk cId="3096444755" sldId="297"/>
            <ac:spMk id="4" creationId="{E875AC7E-BDCA-E8C5-9837-EDCE68917391}"/>
          </ac:spMkLst>
        </pc:spChg>
        <pc:picChg chg="del">
          <ac:chgData name="Abishek Kumar" userId="S::abishek.kumar@relevantz.com::7c265475-e175-41a9-aca9-6d70f6004be1" providerId="AD" clId="Web-{8E328317-6E74-526A-3AD1-BF9863E3D3AE}" dt="2025-09-17T05:16:35.158" v="263"/>
          <ac:picMkLst>
            <pc:docMk/>
            <pc:sldMk cId="3096444755" sldId="297"/>
            <ac:picMk id="6" creationId="{E42DDF3F-EF4C-1376-7A57-35467BD14835}"/>
          </ac:picMkLst>
        </pc:picChg>
      </pc:sldChg>
      <pc:sldChg chg="addSp modSp">
        <pc:chgData name="Abishek Kumar" userId="S::abishek.kumar@relevantz.com::7c265475-e175-41a9-aca9-6d70f6004be1" providerId="AD" clId="Web-{8E328317-6E74-526A-3AD1-BF9863E3D3AE}" dt="2025-09-17T05:48:28.243" v="381" actId="20577"/>
        <pc:sldMkLst>
          <pc:docMk/>
          <pc:sldMk cId="1035981262" sldId="298"/>
        </pc:sldMkLst>
        <pc:spChg chg="mod">
          <ac:chgData name="Abishek Kumar" userId="S::abishek.kumar@relevantz.com::7c265475-e175-41a9-aca9-6d70f6004be1" providerId="AD" clId="Web-{8E328317-6E74-526A-3AD1-BF9863E3D3AE}" dt="2025-09-17T05:48:28.243" v="381" actId="20577"/>
          <ac:spMkLst>
            <pc:docMk/>
            <pc:sldMk cId="1035981262" sldId="298"/>
            <ac:spMk id="2" creationId="{C18F0DAA-C346-3176-904F-172061D108E2}"/>
          </ac:spMkLst>
        </pc:spChg>
        <pc:picChg chg="mod">
          <ac:chgData name="Abishek Kumar" userId="S::abishek.kumar@relevantz.com::7c265475-e175-41a9-aca9-6d70f6004be1" providerId="AD" clId="Web-{8E328317-6E74-526A-3AD1-BF9863E3D3AE}" dt="2025-09-17T05:42:54.340" v="323" actId="1076"/>
          <ac:picMkLst>
            <pc:docMk/>
            <pc:sldMk cId="1035981262" sldId="298"/>
            <ac:picMk id="3" creationId="{10B43C7A-36FA-9E05-5129-E8A07F859F6F}"/>
          </ac:picMkLst>
        </pc:picChg>
        <pc:picChg chg="add mod">
          <ac:chgData name="Abishek Kumar" userId="S::abishek.kumar@relevantz.com::7c265475-e175-41a9-aca9-6d70f6004be1" providerId="AD" clId="Web-{8E328317-6E74-526A-3AD1-BF9863E3D3AE}" dt="2025-09-17T05:42:29.366" v="321" actId="1076"/>
          <ac:picMkLst>
            <pc:docMk/>
            <pc:sldMk cId="1035981262" sldId="298"/>
            <ac:picMk id="6" creationId="{0B4016A3-961A-64E7-DE44-0DEF318014A4}"/>
          </ac:picMkLst>
        </pc:picChg>
      </pc:sldChg>
      <pc:sldChg chg="add del">
        <pc:chgData name="Abishek Kumar" userId="S::abishek.kumar@relevantz.com::7c265475-e175-41a9-aca9-6d70f6004be1" providerId="AD" clId="Web-{8E328317-6E74-526A-3AD1-BF9863E3D3AE}" dt="2025-09-17T05:10:34.495" v="76"/>
        <pc:sldMkLst>
          <pc:docMk/>
          <pc:sldMk cId="3161982943" sldId="311"/>
        </pc:sldMkLst>
      </pc:sldChg>
      <pc:sldChg chg="del">
        <pc:chgData name="Abishek Kumar" userId="S::abishek.kumar@relevantz.com::7c265475-e175-41a9-aca9-6d70f6004be1" providerId="AD" clId="Web-{8E328317-6E74-526A-3AD1-BF9863E3D3AE}" dt="2025-09-17T05:10:35.714" v="77"/>
        <pc:sldMkLst>
          <pc:docMk/>
          <pc:sldMk cId="619321945" sldId="312"/>
        </pc:sldMkLst>
      </pc:sldChg>
      <pc:sldChg chg="del">
        <pc:chgData name="Abishek Kumar" userId="S::abishek.kumar@relevantz.com::7c265475-e175-41a9-aca9-6d70f6004be1" providerId="AD" clId="Web-{8E328317-6E74-526A-3AD1-BF9863E3D3AE}" dt="2025-09-17T05:10:37.073" v="78"/>
        <pc:sldMkLst>
          <pc:docMk/>
          <pc:sldMk cId="1316285833" sldId="313"/>
        </pc:sldMkLst>
      </pc:sldChg>
      <pc:sldChg chg="del">
        <pc:chgData name="Abishek Kumar" userId="S::abishek.kumar@relevantz.com::7c265475-e175-41a9-aca9-6d70f6004be1" providerId="AD" clId="Web-{8E328317-6E74-526A-3AD1-BF9863E3D3AE}" dt="2025-09-17T05:10:21.464" v="71"/>
        <pc:sldMkLst>
          <pc:docMk/>
          <pc:sldMk cId="3430049443" sldId="314"/>
        </pc:sldMkLst>
      </pc:sldChg>
      <pc:sldChg chg="del">
        <pc:chgData name="Abishek Kumar" userId="S::abishek.kumar@relevantz.com::7c265475-e175-41a9-aca9-6d70f6004be1" providerId="AD" clId="Web-{8E328317-6E74-526A-3AD1-BF9863E3D3AE}" dt="2025-09-17T05:10:57.433" v="79"/>
        <pc:sldMkLst>
          <pc:docMk/>
          <pc:sldMk cId="1857945435" sldId="315"/>
        </pc:sldMkLst>
      </pc:sldChg>
    </pc:docChg>
  </pc:docChgLst>
  <pc:docChgLst>
    <pc:chgData name="Abishek Kumar" userId="S::abishek.kumar@relevantz.com::7c265475-e175-41a9-aca9-6d70f6004be1" providerId="AD" clId="Web-{D45D078E-1278-AB01-2127-FA100D222592}"/>
    <pc:docChg chg="modSld">
      <pc:chgData name="Abishek Kumar" userId="S::abishek.kumar@relevantz.com::7c265475-e175-41a9-aca9-6d70f6004be1" providerId="AD" clId="Web-{D45D078E-1278-AB01-2127-FA100D222592}" dt="2025-09-17T12:33:45.188" v="2" actId="1076"/>
      <pc:docMkLst>
        <pc:docMk/>
      </pc:docMkLst>
      <pc:sldChg chg="modSp">
        <pc:chgData name="Abishek Kumar" userId="S::abishek.kumar@relevantz.com::7c265475-e175-41a9-aca9-6d70f6004be1" providerId="AD" clId="Web-{D45D078E-1278-AB01-2127-FA100D222592}" dt="2025-09-17T12:33:45.188" v="2" actId="1076"/>
        <pc:sldMkLst>
          <pc:docMk/>
          <pc:sldMk cId="927951453" sldId="302"/>
        </pc:sldMkLst>
        <pc:picChg chg="mod">
          <ac:chgData name="Abishek Kumar" userId="S::abishek.kumar@relevantz.com::7c265475-e175-41a9-aca9-6d70f6004be1" providerId="AD" clId="Web-{D45D078E-1278-AB01-2127-FA100D222592}" dt="2025-09-17T12:33:45.188" v="2" actId="1076"/>
          <ac:picMkLst>
            <pc:docMk/>
            <pc:sldMk cId="927951453" sldId="302"/>
            <ac:picMk id="3" creationId="{3F59DBF2-2EDC-EB5B-4DE3-752DD73D42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aa32a186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aa32a186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bca8f19a_0_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3bca8f19a_0_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f6ba1f106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f6ba1f106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levantz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s://www.linkedin.com/company/relevantz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1" y="495088"/>
            <a:ext cx="1774800" cy="41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/>
          <p:nvPr/>
        </p:nvSpPr>
        <p:spPr>
          <a:xfrm>
            <a:off x="4289176" y="4549638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© 2025 Relevantz Technology Services, Inc. All rights reserved.</a:t>
            </a:r>
            <a:endParaRPr sz="800">
              <a:solidFill>
                <a:schemeClr val="accent1"/>
              </a:solidFill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0811"/>
            <a:ext cx="3184312" cy="370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 userDrawn="1">
  <p:cSld name="Single column text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9;p5">
            <a:extLst>
              <a:ext uri="{FF2B5EF4-FFF2-40B4-BE49-F238E27FC236}">
                <a16:creationId xmlns:a16="http://schemas.microsoft.com/office/drawing/2014/main" id="{3464EB81-D24D-43E3-B341-0D082C7DB1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30;p5">
            <a:extLst>
              <a:ext uri="{FF2B5EF4-FFF2-40B4-BE49-F238E27FC236}">
                <a16:creationId xmlns:a16="http://schemas.microsoft.com/office/drawing/2014/main" id="{013D9549-FDEF-4363-A012-04365AD2F56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293950"/>
            <a:ext cx="8198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" name="Google Shape;33;p5">
            <a:extLst>
              <a:ext uri="{FF2B5EF4-FFF2-40B4-BE49-F238E27FC236}">
                <a16:creationId xmlns:a16="http://schemas.microsoft.com/office/drawing/2014/main" id="{911A31A9-6433-420F-92AE-802D91A62CB2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2" name="Google Shape;35;p5">
            <a:extLst>
              <a:ext uri="{FF2B5EF4-FFF2-40B4-BE49-F238E27FC236}">
                <a16:creationId xmlns:a16="http://schemas.microsoft.com/office/drawing/2014/main" id="{9DECB815-5315-4373-98D8-85EC6D77A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152;p22">
            <a:extLst>
              <a:ext uri="{FF2B5EF4-FFF2-40B4-BE49-F238E27FC236}">
                <a16:creationId xmlns:a16="http://schemas.microsoft.com/office/drawing/2014/main" id="{DD64DBBC-9D49-4852-A580-FE30730C39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3909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 userDrawn="1">
  <p:cSld name="Two column text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5;p4">
            <a:extLst>
              <a:ext uri="{FF2B5EF4-FFF2-40B4-BE49-F238E27FC236}">
                <a16:creationId xmlns:a16="http://schemas.microsoft.com/office/drawing/2014/main" id="{659C30BB-4699-4B9A-8C56-8FAADAD0374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8;p4">
            <a:extLst>
              <a:ext uri="{FF2B5EF4-FFF2-40B4-BE49-F238E27FC236}">
                <a16:creationId xmlns:a16="http://schemas.microsoft.com/office/drawing/2014/main" id="{A95EC9C7-2A31-4DAB-A5BF-868E04DA1DD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3;p5">
            <a:extLst>
              <a:ext uri="{FF2B5EF4-FFF2-40B4-BE49-F238E27FC236}">
                <a16:creationId xmlns:a16="http://schemas.microsoft.com/office/drawing/2014/main" id="{77AD9DB3-D4DF-43AD-A2B2-CA5C4531EA20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4" name="Google Shape;35;p5">
            <a:extLst>
              <a:ext uri="{FF2B5EF4-FFF2-40B4-BE49-F238E27FC236}">
                <a16:creationId xmlns:a16="http://schemas.microsoft.com/office/drawing/2014/main" id="{8ED7C7C5-CC16-4C0C-AEA0-622F6B0D7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2;p22">
            <a:extLst>
              <a:ext uri="{FF2B5EF4-FFF2-40B4-BE49-F238E27FC236}">
                <a16:creationId xmlns:a16="http://schemas.microsoft.com/office/drawing/2014/main" id="{49278B02-5C06-4349-A09D-4185ABE6AE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3909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29;p5">
            <a:extLst>
              <a:ext uri="{FF2B5EF4-FFF2-40B4-BE49-F238E27FC236}">
                <a16:creationId xmlns:a16="http://schemas.microsoft.com/office/drawing/2014/main" id="{70868374-714F-4101-B66E-DE85DD0E45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36966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30;p5">
            <a:extLst>
              <a:ext uri="{FF2B5EF4-FFF2-40B4-BE49-F238E27FC236}">
                <a16:creationId xmlns:a16="http://schemas.microsoft.com/office/drawing/2014/main" id="{98C3FD85-401D-422D-8612-77FE99F71C5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293950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8" name="Google Shape;29;p5">
            <a:extLst>
              <a:ext uri="{FF2B5EF4-FFF2-40B4-BE49-F238E27FC236}">
                <a16:creationId xmlns:a16="http://schemas.microsoft.com/office/drawing/2014/main" id="{09970362-6C77-444F-8CA3-DA481908989C}"/>
              </a:ext>
            </a:extLst>
          </p:cNvPr>
          <p:cNvSpPr txBox="1">
            <a:spLocks/>
          </p:cNvSpPr>
          <p:nvPr userDrawn="1"/>
        </p:nvSpPr>
        <p:spPr>
          <a:xfrm>
            <a:off x="4671264" y="959532"/>
            <a:ext cx="4022902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1" i="0" u="none" strike="noStrike" cap="none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30;p5">
            <a:extLst>
              <a:ext uri="{FF2B5EF4-FFF2-40B4-BE49-F238E27FC236}">
                <a16:creationId xmlns:a16="http://schemas.microsoft.com/office/drawing/2014/main" id="{BC550C1D-C4C1-476F-826B-C5E3C92715E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671264" y="1288782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 userDrawn="1">
  <p:cSld name="Text and imag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" name="Google Shape;35;p5">
            <a:extLst>
              <a:ext uri="{FF2B5EF4-FFF2-40B4-BE49-F238E27FC236}">
                <a16:creationId xmlns:a16="http://schemas.microsoft.com/office/drawing/2014/main" id="{63C9CD37-8FE2-431B-91A4-8D6BBC79954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7;p5">
            <a:extLst>
              <a:ext uri="{FF2B5EF4-FFF2-40B4-BE49-F238E27FC236}">
                <a16:creationId xmlns:a16="http://schemas.microsoft.com/office/drawing/2014/main" id="{B187FBF1-75B2-4487-888C-D8C17677098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9;p5">
            <a:extLst>
              <a:ext uri="{FF2B5EF4-FFF2-40B4-BE49-F238E27FC236}">
                <a16:creationId xmlns:a16="http://schemas.microsoft.com/office/drawing/2014/main" id="{6BAC960E-61E9-4B30-A265-2AA40AC2BA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4022902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30;p5">
            <a:extLst>
              <a:ext uri="{FF2B5EF4-FFF2-40B4-BE49-F238E27FC236}">
                <a16:creationId xmlns:a16="http://schemas.microsoft.com/office/drawing/2014/main" id="{3BD8CE17-9818-4C30-9BCC-867550EBE3F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57200" y="1293950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4" name="Google Shape;35;p5">
            <a:extLst>
              <a:ext uri="{FF2B5EF4-FFF2-40B4-BE49-F238E27FC236}">
                <a16:creationId xmlns:a16="http://schemas.microsoft.com/office/drawing/2014/main" id="{2489AF19-4508-4B62-AB2F-27C6A98A4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4449097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2;p22">
            <a:extLst>
              <a:ext uri="{FF2B5EF4-FFF2-40B4-BE49-F238E27FC236}">
                <a16:creationId xmlns:a16="http://schemas.microsoft.com/office/drawing/2014/main" id="{E70538C3-5A66-428B-A7A5-F750FDF841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5980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33;p5">
            <a:extLst>
              <a:ext uri="{FF2B5EF4-FFF2-40B4-BE49-F238E27FC236}">
                <a16:creationId xmlns:a16="http://schemas.microsoft.com/office/drawing/2014/main" id="{F894F014-2233-4FE1-9D94-98F6A7E719A0}"/>
              </a:ext>
            </a:extLst>
          </p:cNvPr>
          <p:cNvSpPr txBox="1"/>
          <p:nvPr userDrawn="1"/>
        </p:nvSpPr>
        <p:spPr>
          <a:xfrm>
            <a:off x="3338028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 userDrawn="1">
  <p:cSld name="Biography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50" name="Google Shape;5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3;p5">
            <a:extLst>
              <a:ext uri="{FF2B5EF4-FFF2-40B4-BE49-F238E27FC236}">
                <a16:creationId xmlns:a16="http://schemas.microsoft.com/office/drawing/2014/main" id="{FB137F9B-934A-4E7A-A4C3-FD847094740C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8" name="Google Shape;152;p22">
            <a:extLst>
              <a:ext uri="{FF2B5EF4-FFF2-40B4-BE49-F238E27FC236}">
                <a16:creationId xmlns:a16="http://schemas.microsoft.com/office/drawing/2014/main" id="{DEE2D451-056D-4F97-916A-F9F9C698EA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5980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9" name="Google Shape;29;p5">
            <a:extLst>
              <a:ext uri="{FF2B5EF4-FFF2-40B4-BE49-F238E27FC236}">
                <a16:creationId xmlns:a16="http://schemas.microsoft.com/office/drawing/2014/main" id="{B1128C68-5D67-42E5-8CBA-5060D5D088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35;p5">
            <a:extLst>
              <a:ext uri="{FF2B5EF4-FFF2-40B4-BE49-F238E27FC236}">
                <a16:creationId xmlns:a16="http://schemas.microsoft.com/office/drawing/2014/main" id="{8D58F2CB-C8CD-488A-8C96-64BAF9A4A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42;p6">
            <a:extLst>
              <a:ext uri="{FF2B5EF4-FFF2-40B4-BE49-F238E27FC236}">
                <a16:creationId xmlns:a16="http://schemas.microsoft.com/office/drawing/2014/main" id="{A145C40F-8E1E-444F-BBDE-497283FC58C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Google Shape;45;p6">
            <a:extLst>
              <a:ext uri="{FF2B5EF4-FFF2-40B4-BE49-F238E27FC236}">
                <a16:creationId xmlns:a16="http://schemas.microsoft.com/office/drawing/2014/main" id="{E5B940B2-F24E-4940-9A33-488118D63AA1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Google Shape;48;p6">
            <a:extLst>
              <a:ext uri="{FF2B5EF4-FFF2-40B4-BE49-F238E27FC236}">
                <a16:creationId xmlns:a16="http://schemas.microsoft.com/office/drawing/2014/main" id="{E20E0402-AE40-4FED-AC33-611C6DF8324D}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Section brea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/>
          <p:nvPr/>
        </p:nvSpPr>
        <p:spPr>
          <a:xfrm rot="10800000" flipH="1">
            <a:off x="457200" y="914411"/>
            <a:ext cx="4769100" cy="273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7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62" name="Google Shape;62;p7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Thank you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/>
        </p:nvSpPr>
        <p:spPr>
          <a:xfrm>
            <a:off x="2172524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accent1"/>
                </a:solidFill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THANK YOU</a:t>
            </a:r>
            <a:endParaRPr sz="4400">
              <a:solidFill>
                <a:schemeClr val="accent1"/>
              </a:solidFill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66" name="Google Shape;66;p8"/>
          <p:cNvSpPr txBox="1">
            <a:spLocks noGrp="1"/>
          </p:cNvSpPr>
          <p:nvPr>
            <p:ph type="subTitle" idx="1"/>
          </p:nvPr>
        </p:nvSpPr>
        <p:spPr>
          <a:xfrm>
            <a:off x="2166199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 l="75973" b="53060"/>
          <a:stretch/>
        </p:blipFill>
        <p:spPr>
          <a:xfrm>
            <a:off x="0" y="3412175"/>
            <a:ext cx="2049152" cy="17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/>
        </p:nvSpPr>
        <p:spPr>
          <a:xfrm>
            <a:off x="2166200" y="3363550"/>
            <a:ext cx="6489000" cy="1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alibri" panose="020F0502020204030204" pitchFamily="34" charset="0"/>
                <a:ea typeface="Proxima Nova Semibold"/>
                <a:cs typeface="Calibri" panose="020F0502020204030204" pitchFamily="34" charset="0"/>
                <a:sym typeface="Proxima Nova Semibold"/>
              </a:rPr>
              <a:t>About Relevantz</a:t>
            </a:r>
            <a:endParaRPr>
              <a:solidFill>
                <a:schemeClr val="accent1"/>
              </a:solidFill>
              <a:latin typeface="Calibri" panose="020F0502020204030204" pitchFamily="34" charset="0"/>
              <a:ea typeface="Proxima Nova Semibold"/>
              <a:cs typeface="Calibri" panose="020F0502020204030204" pitchFamily="34" charset="0"/>
              <a:sym typeface="Proxima Nov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Relevantz Technology Services Inc. has been delivering relevant technology solutions for leading enterprises and ISVs for over 25+ years. Our team of 1200+ software engineers across 4 global offices serves customers across the finance, healthcare, insurance, media, telecom, retail, and technology sectors. Learn more at 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tooltip="https://www.relevantz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www.relevantz.com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@relevantztech</a:t>
            </a: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Calibri" panose="020F0502020204030204" pitchFamily="34" charset="0"/>
              <a:ea typeface="Proxima Nova Semibold"/>
              <a:cs typeface="Calibri" panose="020F0502020204030204" pitchFamily="34" charset="0"/>
              <a:sym typeface="Proxima Nov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© 2025 Relevantz Technology Services, Inc. All rights reserved.</a:t>
            </a:r>
            <a:endParaRPr sz="1000"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500" y="422954"/>
            <a:ext cx="1785676" cy="41595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0E1C-DEA5-906C-2995-14F06B46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849" y="1606150"/>
            <a:ext cx="5040951" cy="691370"/>
          </a:xfrm>
        </p:spPr>
        <p:txBody>
          <a:bodyPr/>
          <a:lstStyle/>
          <a:p>
            <a:r>
              <a:rPr lang="en-GB">
                <a:latin typeface="Calibri"/>
                <a:ea typeface="Calibri"/>
                <a:cs typeface="Calibri"/>
              </a:rPr>
              <a:t>Istio Service Mesh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72067-5E70-0204-9BF6-687ACDF0A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1850" y="2410129"/>
            <a:ext cx="5034900" cy="325800"/>
          </a:xfrm>
        </p:spPr>
        <p:txBody>
          <a:bodyPr/>
          <a:lstStyle/>
          <a:p>
            <a:r>
              <a:rPr lang="en-GB" sz="1400">
                <a:latin typeface="Calibri"/>
                <a:ea typeface="Calibri"/>
                <a:cs typeface="Calibri"/>
              </a:rPr>
              <a:t>Modern Traffic Management &amp; Observability for Microservices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3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CC276F-A417-8730-033D-DBF0E46C7DD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065588" y="2065338"/>
            <a:ext cx="5078412" cy="814387"/>
          </a:xfrm>
          <a:prstGeom prst="rect">
            <a:avLst/>
          </a:prstGeom>
        </p:spPr>
        <p:txBody>
          <a:bodyPr/>
          <a:lstStyle/>
          <a:p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     </a:t>
            </a:r>
            <a:endParaRPr lang="en-US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31048B-6E47-31FA-60D6-0394472F4B07}"/>
              </a:ext>
            </a:extLst>
          </p:cNvPr>
          <p:cNvSpPr txBox="1">
            <a:spLocks/>
          </p:cNvSpPr>
          <p:nvPr/>
        </p:nvSpPr>
        <p:spPr>
          <a:xfrm>
            <a:off x="454075" y="484716"/>
            <a:ext cx="5040951" cy="69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>
                <a:latin typeface="Calibri"/>
                <a:ea typeface="Calibri"/>
                <a:cs typeface="Calibri"/>
              </a:rPr>
              <a:t>Agenda</a:t>
            </a:r>
            <a:endParaRPr lang="en-GB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0F755-216F-97BA-BC75-6336E062DE0F}"/>
              </a:ext>
            </a:extLst>
          </p:cNvPr>
          <p:cNvSpPr txBox="1"/>
          <p:nvPr/>
        </p:nvSpPr>
        <p:spPr>
          <a:xfrm>
            <a:off x="560294" y="1176617"/>
            <a:ext cx="5163797" cy="26377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What is Istio ?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Introduction to Istio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Components of Istio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6WH Model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Live Demo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Q&amp;A</a:t>
            </a:r>
          </a:p>
          <a:p>
            <a:pPr marL="285750" indent="-285750">
              <a:lnSpc>
                <a:spcPct val="150000"/>
              </a:lnSpc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3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82C3-1136-06E4-64E5-0B3335AD41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7804" y="1024374"/>
            <a:ext cx="8198300" cy="3559669"/>
          </a:xfrm>
        </p:spPr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Open-source Service Mesh for Kubernetes and VMs.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Provides a dedicated layer for managing service-to-service communication.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Handles traffic routing, security, observability, and reliability.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Istio has two primary modes: ambient mode and sidecar mode.</a:t>
            </a:r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Ambient mode</a:t>
            </a:r>
            <a:r>
              <a:rPr lang="en-US">
                <a:latin typeface="Calibri"/>
                <a:ea typeface="Calibri"/>
                <a:cs typeface="Calibri"/>
              </a:rPr>
              <a:t> is the new and improved model, created to address the shortcomings of sidecar mode. In ambient mode, a secure tunnel is installed on each node, and you can opt in to the full feature set with proxies you install, (generally) per-namespace.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Sidecar mode</a:t>
            </a:r>
            <a:r>
              <a:rPr lang="en-US">
                <a:latin typeface="Calibri"/>
                <a:ea typeface="Calibri"/>
                <a:cs typeface="Calibri"/>
              </a:rPr>
              <a:t> is the traditional model of service mesh pioneered by Istio in 2017. In sidecar mode, a proxy is deployed along with every Kubernetes pod or other workload.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51BE6B-51C4-C18F-40AE-711C5549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What is Istio?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889D4-92C8-9D35-D361-56ECEADECA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2" name="Picture 1" descr="Securing Kubernetes Microservices with ...">
            <a:extLst>
              <a:ext uri="{FF2B5EF4-FFF2-40B4-BE49-F238E27FC236}">
                <a16:creationId xmlns:a16="http://schemas.microsoft.com/office/drawing/2014/main" id="{46B44765-DF26-ADAA-6058-548CC06AD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340" y="595043"/>
            <a:ext cx="2573368" cy="138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9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59BD6E2-7A88-7FEA-02A7-F8BC7F4EE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Microservice without Istio</a:t>
            </a:r>
            <a:endParaRPr lang="en-US" b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75AC7E-BDCA-E8C5-9837-EDCE6891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Introduction to Istio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0EE42-E456-6464-5AA7-316B2ABAE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FD09E-E65B-03F4-4AC4-09E0FD9FC9F3}"/>
              </a:ext>
            </a:extLst>
          </p:cNvPr>
          <p:cNvSpPr txBox="1"/>
          <p:nvPr/>
        </p:nvSpPr>
        <p:spPr>
          <a:xfrm>
            <a:off x="7381293" y="4259927"/>
            <a:ext cx="381845" cy="17838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F942AC9A-DA6E-7C46-A574-910C3FAF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87" y="1392264"/>
            <a:ext cx="5941444" cy="334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44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E15A-230A-106A-7E63-E24C87ED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A50011-18F2-76CD-D335-360AB3613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Microservice without Istio</a:t>
            </a:r>
            <a:endParaRPr lang="en-US" b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AEB36-8748-C6B1-63BC-D71C49B0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Introduction to Istio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EC1D0-925B-C72B-D6E3-B20679A30C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248E6-DF07-1076-42BB-450BE049BDE8}"/>
              </a:ext>
            </a:extLst>
          </p:cNvPr>
          <p:cNvSpPr txBox="1"/>
          <p:nvPr/>
        </p:nvSpPr>
        <p:spPr>
          <a:xfrm>
            <a:off x="7381293" y="4259927"/>
            <a:ext cx="381845" cy="17838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59DBF2-2EDC-EB5B-4DE3-752DD73D4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98" y="1370700"/>
            <a:ext cx="5574822" cy="316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5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18F0DAA-C346-3176-904F-172061D10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Microservice with Istio (sidecar-Injection)</a:t>
            </a:r>
            <a:endParaRPr lang="en-US" b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A1AB9B-6B6C-BCC1-C288-03330E35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Introduction to Istio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CED4C-3A2C-FCB8-0BA4-CAA8E7EF62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9BC8D-4FFD-3D6B-707F-ECC711FF6088}"/>
              </a:ext>
            </a:extLst>
          </p:cNvPr>
          <p:cNvSpPr txBox="1"/>
          <p:nvPr/>
        </p:nvSpPr>
        <p:spPr>
          <a:xfrm>
            <a:off x="7241114" y="4249144"/>
            <a:ext cx="403411" cy="30777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6" name="Picture 5" descr="Using sidecar injection on Amazon EKS ...">
            <a:extLst>
              <a:ext uri="{FF2B5EF4-FFF2-40B4-BE49-F238E27FC236}">
                <a16:creationId xmlns:a16="http://schemas.microsoft.com/office/drawing/2014/main" id="{0B4016A3-961A-64E7-DE44-0DEF31801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090" y="412719"/>
            <a:ext cx="2274139" cy="109393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06A0BB-4FB6-8231-44C1-FE68E4685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331" y="1651056"/>
            <a:ext cx="5488558" cy="308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8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D065077-33C2-A711-73EC-2DC5D9AB4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Core Components</a:t>
            </a:r>
            <a:endParaRPr lang="en-US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C6307-1D68-02FA-E71A-52E01994EE5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Istio has two core components like </a:t>
            </a:r>
            <a:r>
              <a:rPr lang="en-US" b="1">
                <a:latin typeface="Calibri"/>
                <a:ea typeface="Calibri"/>
                <a:cs typeface="Calibri"/>
              </a:rPr>
              <a:t>Control Plane</a:t>
            </a:r>
            <a:r>
              <a:rPr lang="en-US">
                <a:latin typeface="Calibri"/>
                <a:ea typeface="Calibri"/>
                <a:cs typeface="Calibri"/>
              </a:rPr>
              <a:t> and </a:t>
            </a:r>
            <a:r>
              <a:rPr lang="en-US" b="1">
                <a:latin typeface="Calibri"/>
                <a:ea typeface="Calibri"/>
                <a:cs typeface="Calibri"/>
              </a:rPr>
              <a:t>Data Plane</a:t>
            </a:r>
            <a:r>
              <a:rPr lang="en-US">
                <a:latin typeface="Calibri"/>
                <a:ea typeface="Calibri"/>
                <a:cs typeface="Calibri"/>
              </a:rPr>
              <a:t>.</a:t>
            </a:r>
          </a:p>
          <a:p>
            <a:pPr marL="91440" indent="0">
              <a:buNone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ABB268-9691-54B1-F9A3-75FA212D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Components of Istio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97516-4F82-5586-ACDF-6186288661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pic>
        <p:nvPicPr>
          <p:cNvPr id="6" name="Picture 5" descr="A diagram of a diagram of a plane&#10;&#10;AI-generated content may be incorrect.">
            <a:extLst>
              <a:ext uri="{FF2B5EF4-FFF2-40B4-BE49-F238E27FC236}">
                <a16:creationId xmlns:a16="http://schemas.microsoft.com/office/drawing/2014/main" id="{FBB1DB1C-96BF-5831-973E-8F5F5C3D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98" y="1640274"/>
            <a:ext cx="5564039" cy="309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77C5D9-FE33-C6DC-5F5B-49347448A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Flow of Istio-Mesh in Microservice Architecture</a:t>
            </a:r>
            <a:endParaRPr lang="en-US" b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0AE950-05F4-A023-DED4-87F5085D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Components of Istio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E653E-5CFE-45F0-0490-316D06059C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pic>
        <p:nvPicPr>
          <p:cNvPr id="3" name="Picture 2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B9D78737-2C12-4DFE-2614-F25394F03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34" y="1510877"/>
            <a:ext cx="5736567" cy="322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10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io Service Mesh: service to service ...">
            <a:extLst>
              <a:ext uri="{FF2B5EF4-FFF2-40B4-BE49-F238E27FC236}">
                <a16:creationId xmlns:a16="http://schemas.microsoft.com/office/drawing/2014/main" id="{7E39FC99-4160-587C-B8D6-2C75CD088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97" y="1288930"/>
            <a:ext cx="4645503" cy="275973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391C4E7-C53C-AA6E-3D17-9B661502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Why Istio?</a:t>
            </a:r>
            <a:endParaRPr lang="en-US"/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F595C6C3-69B1-8BD1-DD63-A8FB00336D3E}"/>
              </a:ext>
            </a:extLst>
          </p:cNvPr>
          <p:cNvSpPr/>
          <p:nvPr/>
        </p:nvSpPr>
        <p:spPr>
          <a:xfrm>
            <a:off x="1323351" y="923111"/>
            <a:ext cx="2783285" cy="156226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Traffic Control (routing, canary, blue-green)</a:t>
            </a:r>
            <a:endParaRPr lang="en-US"/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FAC29779-122E-4E7F-D4D0-FD6EE5C29CCC}"/>
              </a:ext>
            </a:extLst>
          </p:cNvPr>
          <p:cNvSpPr/>
          <p:nvPr/>
        </p:nvSpPr>
        <p:spPr>
          <a:xfrm>
            <a:off x="194572" y="3015016"/>
            <a:ext cx="2265701" cy="136817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Security (</a:t>
            </a:r>
            <a:r>
              <a:rPr lang="en-US" err="1">
                <a:ea typeface="+mn-lt"/>
                <a:cs typeface="+mn-lt"/>
              </a:rPr>
              <a:t>mTLS</a:t>
            </a:r>
            <a:r>
              <a:rPr lang="en-US">
                <a:ea typeface="+mn-lt"/>
                <a:cs typeface="+mn-lt"/>
              </a:rPr>
              <a:t>, RBAC, JWT validation)</a:t>
            </a:r>
            <a:endParaRPr lang="en-US"/>
          </a:p>
        </p:txBody>
      </p:sp>
      <p:sp>
        <p:nvSpPr>
          <p:cNvPr id="31" name="Cloud 30">
            <a:extLst>
              <a:ext uri="{FF2B5EF4-FFF2-40B4-BE49-F238E27FC236}">
                <a16:creationId xmlns:a16="http://schemas.microsoft.com/office/drawing/2014/main" id="{1C58F0C3-6104-E881-D0AE-DB3352F19F34}"/>
              </a:ext>
            </a:extLst>
          </p:cNvPr>
          <p:cNvSpPr/>
          <p:nvPr/>
        </p:nvSpPr>
        <p:spPr>
          <a:xfrm>
            <a:off x="4924878" y="599620"/>
            <a:ext cx="2621541" cy="165931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Observability (metrics, logs, traces with Prometheus, Grafana, Jaeger, Kiali)</a:t>
            </a:r>
            <a:endParaRPr lang="en-US"/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5B1C404B-33B3-6999-B9B5-0DD5D83598AE}"/>
              </a:ext>
            </a:extLst>
          </p:cNvPr>
          <p:cNvSpPr/>
          <p:nvPr/>
        </p:nvSpPr>
        <p:spPr>
          <a:xfrm>
            <a:off x="6412936" y="3015015"/>
            <a:ext cx="2265701" cy="136817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Reduces developer burden (infra-managed features)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2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9F66-2E49-A026-1E0F-0F81311F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What if Istio is NOT Available?</a:t>
            </a:r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DA28CEA1-2429-B081-DE72-AFFF9832FA54}"/>
              </a:ext>
            </a:extLst>
          </p:cNvPr>
          <p:cNvSpPr/>
          <p:nvPr/>
        </p:nvSpPr>
        <p:spPr>
          <a:xfrm>
            <a:off x="458384" y="998169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Retries, timeouts, circuit-breaking (complex logic in code)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90EE9C4E-799A-8365-1004-A80BC7A8B318}"/>
              </a:ext>
            </a:extLst>
          </p:cNvPr>
          <p:cNvSpPr/>
          <p:nvPr/>
        </p:nvSpPr>
        <p:spPr>
          <a:xfrm>
            <a:off x="1083799" y="1871592"/>
            <a:ext cx="3485029" cy="56071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+mn-lt"/>
                <a:cs typeface="+mn-lt"/>
              </a:rPr>
              <a:t>mTLS</a:t>
            </a:r>
            <a:r>
              <a:rPr lang="en-US">
                <a:ea typeface="+mn-lt"/>
                <a:cs typeface="+mn-lt"/>
              </a:rPr>
              <a:t>, JWT authentication, certificates</a:t>
            </a:r>
            <a:endParaRPr lang="en-US"/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429C50D1-19F7-30EE-0C3C-992049E7F315}"/>
              </a:ext>
            </a:extLst>
          </p:cNvPr>
          <p:cNvSpPr/>
          <p:nvPr/>
        </p:nvSpPr>
        <p:spPr>
          <a:xfrm>
            <a:off x="458383" y="2842064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Logging &amp; tracing → inconsistent &amp; duplicated across services</a:t>
            </a:r>
            <a:endParaRPr lang="en-US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1465D250-1CC1-AB75-C506-4D7D345CDEBF}"/>
              </a:ext>
            </a:extLst>
          </p:cNvPr>
          <p:cNvSpPr/>
          <p:nvPr/>
        </p:nvSpPr>
        <p:spPr>
          <a:xfrm>
            <a:off x="1083798" y="3715490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Leads to inconsistent policies, security gaps, and harder debugging</a:t>
            </a:r>
            <a:endParaRPr lang="en-US"/>
          </a:p>
        </p:txBody>
      </p:sp>
      <p:pic>
        <p:nvPicPr>
          <p:cNvPr id="4" name="Picture 3" descr="IT Downtime Can Cost Businesses Thousands – OrionNetworks">
            <a:extLst>
              <a:ext uri="{FF2B5EF4-FFF2-40B4-BE49-F238E27FC236}">
                <a16:creationId xmlns:a16="http://schemas.microsoft.com/office/drawing/2014/main" id="{711ADB26-ED44-488A-4874-04C78D3F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777" y="918804"/>
            <a:ext cx="3562709" cy="1699224"/>
          </a:xfrm>
          <a:prstGeom prst="rect">
            <a:avLst/>
          </a:prstGeom>
        </p:spPr>
      </p:pic>
      <p:pic>
        <p:nvPicPr>
          <p:cNvPr id="5" name="Picture 4" descr="System downtime Stock Photos, Royalty Free System downtime Images |  Depositphotos">
            <a:extLst>
              <a:ext uri="{FF2B5EF4-FFF2-40B4-BE49-F238E27FC236}">
                <a16:creationId xmlns:a16="http://schemas.microsoft.com/office/drawing/2014/main" id="{857A6541-61AF-2BA3-272E-52BC07632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716" y="2728104"/>
            <a:ext cx="3547614" cy="17037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BE32-DBED-8FED-98AB-59CE9558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What are the Alternatives?</a:t>
            </a:r>
          </a:p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3C01305-1BE1-BEB8-4D89-5F1C85AFA5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110639"/>
            <a:ext cx="4715385" cy="3096000"/>
          </a:xfrm>
        </p:spPr>
        <p:txBody>
          <a:bodyPr/>
          <a:lstStyle/>
          <a:p>
            <a:r>
              <a:rPr lang="en-US" b="1" err="1">
                <a:latin typeface="Calibri"/>
                <a:ea typeface="Calibri"/>
                <a:cs typeface="Calibri"/>
              </a:rPr>
              <a:t>Linkerd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– Lightweight, simpler than Istio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Consul Connect</a:t>
            </a:r>
            <a:r>
              <a:rPr lang="en-US">
                <a:latin typeface="Calibri"/>
                <a:ea typeface="Calibri"/>
                <a:cs typeface="Calibri"/>
              </a:rPr>
              <a:t> – Service mesh from </a:t>
            </a:r>
            <a:r>
              <a:rPr lang="en-US" err="1">
                <a:latin typeface="Calibri"/>
                <a:ea typeface="Calibri"/>
                <a:cs typeface="Calibri"/>
              </a:rPr>
              <a:t>HashiCorp</a:t>
            </a:r>
            <a:endParaRPr lang="en-US" err="1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Kuma </a:t>
            </a:r>
            <a:r>
              <a:rPr lang="en-US">
                <a:latin typeface="Calibri"/>
                <a:ea typeface="Calibri"/>
                <a:cs typeface="Calibri"/>
              </a:rPr>
              <a:t>(by Kong)</a:t>
            </a:r>
            <a:endParaRPr lang="en-US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Native Kubernetes + manual sidecars</a:t>
            </a:r>
            <a:r>
              <a:rPr lang="en-US">
                <a:latin typeface="Calibri"/>
                <a:ea typeface="Calibri"/>
                <a:cs typeface="Calibri"/>
              </a:rPr>
              <a:t> (complex, not scalable)</a:t>
            </a:r>
            <a:endParaRPr lang="en-US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Cloud Native Computing Foundation | Linkerd">
            <a:extLst>
              <a:ext uri="{FF2B5EF4-FFF2-40B4-BE49-F238E27FC236}">
                <a16:creationId xmlns:a16="http://schemas.microsoft.com/office/drawing/2014/main" id="{F81CDA5D-F0FC-A60F-90AE-DD9C4B49A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937" y="602770"/>
            <a:ext cx="2427977" cy="983412"/>
          </a:xfrm>
          <a:prstGeom prst="rect">
            <a:avLst/>
          </a:prstGeom>
        </p:spPr>
      </p:pic>
      <p:pic>
        <p:nvPicPr>
          <p:cNvPr id="5" name="Picture 4" descr="Using consul auto-encrypt with k8s">
            <a:extLst>
              <a:ext uri="{FF2B5EF4-FFF2-40B4-BE49-F238E27FC236}">
                <a16:creationId xmlns:a16="http://schemas.microsoft.com/office/drawing/2014/main" id="{C3708BF5-A107-27D9-0B8B-78D2235D4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044" y="2002855"/>
            <a:ext cx="2036733" cy="986827"/>
          </a:xfrm>
          <a:prstGeom prst="rect">
            <a:avLst/>
          </a:prstGeom>
        </p:spPr>
      </p:pic>
      <p:pic>
        <p:nvPicPr>
          <p:cNvPr id="6" name="Picture 5" descr="Welcome to Kuma | Kuma">
            <a:extLst>
              <a:ext uri="{FF2B5EF4-FFF2-40B4-BE49-F238E27FC236}">
                <a16:creationId xmlns:a16="http://schemas.microsoft.com/office/drawing/2014/main" id="{9FDD1E01-B108-9A83-C846-1CAF37F53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13" y="3315870"/>
            <a:ext cx="2036195" cy="99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5060-0E2F-2741-C756-C91FF983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When to Use Istio?</a:t>
            </a:r>
            <a:endParaRPr lang="en-US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6E8D713-530C-F842-0969-0BD968601F26}"/>
              </a:ext>
            </a:extLst>
          </p:cNvPr>
          <p:cNvSpPr/>
          <p:nvPr/>
        </p:nvSpPr>
        <p:spPr>
          <a:xfrm>
            <a:off x="190922" y="2353024"/>
            <a:ext cx="3573408" cy="4446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Zero-trust security model with automatic </a:t>
            </a:r>
            <a:r>
              <a:rPr lang="en-US" err="1">
                <a:ea typeface="+mn-lt"/>
                <a:cs typeface="+mn-lt"/>
              </a:rPr>
              <a:t>mTLS</a:t>
            </a:r>
            <a:endParaRPr lang="en-US" err="1"/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3C21DEF1-633D-49C8-F5FE-5DCFA9CAB14F}"/>
              </a:ext>
            </a:extLst>
          </p:cNvPr>
          <p:cNvSpPr/>
          <p:nvPr/>
        </p:nvSpPr>
        <p:spPr>
          <a:xfrm>
            <a:off x="190924" y="1587429"/>
            <a:ext cx="3573407" cy="43385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Need fine-grained traffic routing (canary, A/B testing)</a:t>
            </a:r>
            <a:endParaRPr lang="en-US"/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EEB48BF1-A53F-2D43-003B-ED0AA4F88915}"/>
              </a:ext>
            </a:extLst>
          </p:cNvPr>
          <p:cNvSpPr/>
          <p:nvPr/>
        </p:nvSpPr>
        <p:spPr>
          <a:xfrm>
            <a:off x="190924" y="3107835"/>
            <a:ext cx="3573407" cy="455424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Teams that need unified observability (logs, metrics, traces)</a:t>
            </a:r>
            <a:endParaRPr lang="en-US"/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B7C657D7-7CD4-1E37-A058-D8EDC18D30F0}"/>
              </a:ext>
            </a:extLst>
          </p:cNvPr>
          <p:cNvSpPr/>
          <p:nvPr/>
        </p:nvSpPr>
        <p:spPr>
          <a:xfrm>
            <a:off x="190922" y="918880"/>
            <a:ext cx="3573409" cy="4446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Large-scale microservices-based architectures</a:t>
            </a: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96EBE43-A4B1-D426-D904-438CA6BF828D}"/>
              </a:ext>
            </a:extLst>
          </p:cNvPr>
          <p:cNvSpPr/>
          <p:nvPr/>
        </p:nvSpPr>
        <p:spPr>
          <a:xfrm>
            <a:off x="190923" y="3787165"/>
            <a:ext cx="3573407" cy="455424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Enterprises adopting multi-cluster / hybrid cloud</a:t>
            </a:r>
            <a:endParaRPr lang="en-US"/>
          </a:p>
        </p:txBody>
      </p:sp>
      <p:pic>
        <p:nvPicPr>
          <p:cNvPr id="6" name="Picture 5" descr="Containerized Vertica on Kubernetes | Vertica 23.3.x">
            <a:extLst>
              <a:ext uri="{FF2B5EF4-FFF2-40B4-BE49-F238E27FC236}">
                <a16:creationId xmlns:a16="http://schemas.microsoft.com/office/drawing/2014/main" id="{088995CD-AE93-96C6-531C-519A7E873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438" y="1133859"/>
            <a:ext cx="4802755" cy="28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75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2C63-2EBE-0AB8-120E-0A550C96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Best Scenarios for Istio</a:t>
            </a:r>
            <a:endParaRPr lang="en-US"/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407BDEDC-C8DF-A7D1-C9B9-D07934DF99D3}"/>
              </a:ext>
            </a:extLst>
          </p:cNvPr>
          <p:cNvSpPr/>
          <p:nvPr/>
        </p:nvSpPr>
        <p:spPr>
          <a:xfrm>
            <a:off x="465783" y="916978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Progressive rollouts: Canary, blue-green deployments</a:t>
            </a:r>
            <a:endParaRPr lang="en-US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2F7413EF-5060-25B4-E7AF-17D5C385EAA4}"/>
              </a:ext>
            </a:extLst>
          </p:cNvPr>
          <p:cNvSpPr/>
          <p:nvPr/>
        </p:nvSpPr>
        <p:spPr>
          <a:xfrm>
            <a:off x="455000" y="1682572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Resiliency: Automatic retries, circuit-breaking, failovers</a:t>
            </a:r>
            <a:endParaRPr lang="en-US"/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90D4E112-875E-FDBC-E904-A9C87316B85F}"/>
              </a:ext>
            </a:extLst>
          </p:cNvPr>
          <p:cNvSpPr/>
          <p:nvPr/>
        </p:nvSpPr>
        <p:spPr>
          <a:xfrm>
            <a:off x="465783" y="2448166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Policy enforcement: Rate limiting, quotas, auth</a:t>
            </a:r>
            <a:endParaRPr lang="en-US"/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7BB295B9-1C6A-BF23-2121-EEB74CC29666}"/>
              </a:ext>
            </a:extLst>
          </p:cNvPr>
          <p:cNvSpPr/>
          <p:nvPr/>
        </p:nvSpPr>
        <p:spPr>
          <a:xfrm>
            <a:off x="465782" y="3116713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Observability: Monitor service-to-service latency, error rates</a:t>
            </a:r>
            <a:endParaRPr lang="en-US"/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0327AE51-7382-E11D-CE6E-E6B1D0EECE54}"/>
              </a:ext>
            </a:extLst>
          </p:cNvPr>
          <p:cNvSpPr/>
          <p:nvPr/>
        </p:nvSpPr>
        <p:spPr>
          <a:xfrm>
            <a:off x="465783" y="3893091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Security: End-to-end encryption with minimal dev effort</a:t>
            </a:r>
            <a:endParaRPr lang="en-US"/>
          </a:p>
        </p:txBody>
      </p:sp>
      <p:pic>
        <p:nvPicPr>
          <p:cNvPr id="6" name="Picture 5" descr="Getting Started with Anypoint Service Mesh | MuleSoft Blog">
            <a:extLst>
              <a:ext uri="{FF2B5EF4-FFF2-40B4-BE49-F238E27FC236}">
                <a16:creationId xmlns:a16="http://schemas.microsoft.com/office/drawing/2014/main" id="{AF08225D-6B94-396E-3861-5C06B1039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910" y="729426"/>
            <a:ext cx="3519575" cy="1905448"/>
          </a:xfrm>
          <a:prstGeom prst="rect">
            <a:avLst/>
          </a:prstGeom>
        </p:spPr>
      </p:pic>
      <p:pic>
        <p:nvPicPr>
          <p:cNvPr id="9" name="Picture 8" descr="What Is Istio Service Mesh?">
            <a:extLst>
              <a:ext uri="{FF2B5EF4-FFF2-40B4-BE49-F238E27FC236}">
                <a16:creationId xmlns:a16="http://schemas.microsoft.com/office/drawing/2014/main" id="{9CC0BDCF-0AB5-9AE7-A248-CEA95B0C5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909" y="2802143"/>
            <a:ext cx="3519576" cy="17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87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DD659A-C80E-AB39-9504-405146D0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How to implement Kubernetes?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3EE5A-7B62-A02F-DDED-91E3131D32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8A0B-1C1C-F6F1-C4BB-6F99D59145F2}"/>
              </a:ext>
            </a:extLst>
          </p:cNvPr>
          <p:cNvSpPr txBox="1"/>
          <p:nvPr/>
        </p:nvSpPr>
        <p:spPr>
          <a:xfrm>
            <a:off x="661147" y="1038341"/>
            <a:ext cx="7416602" cy="26107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Implement the Istio-service mesh on microservice 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Request Routing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Circuit Breaking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Enabling Mutual TLS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Access Control with JWT</a:t>
            </a:r>
          </a:p>
          <a:p>
            <a:pPr marL="285750" indent="-285750">
              <a:lnSpc>
                <a:spcPct val="200000"/>
              </a:lnSpc>
              <a:buChar char="•"/>
            </a:pPr>
            <a:endParaRPr lang="en-US"/>
          </a:p>
        </p:txBody>
      </p:sp>
      <p:pic>
        <p:nvPicPr>
          <p:cNvPr id="2" name="Picture 1" descr="Demo Images – Browse 99,936 Stock Photos, Vectors, and Video | Adobe Stock">
            <a:extLst>
              <a:ext uri="{FF2B5EF4-FFF2-40B4-BE49-F238E27FC236}">
                <a16:creationId xmlns:a16="http://schemas.microsoft.com/office/drawing/2014/main" id="{94222A73-27CE-534C-92B5-580C86A84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270" y="3260155"/>
            <a:ext cx="3040093" cy="12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6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6;p11">
            <a:extLst>
              <a:ext uri="{FF2B5EF4-FFF2-40B4-BE49-F238E27FC236}">
                <a16:creationId xmlns:a16="http://schemas.microsoft.com/office/drawing/2014/main" id="{EAA79655-5D96-EE03-9A2B-A8F96431A149}"/>
              </a:ext>
            </a:extLst>
          </p:cNvPr>
          <p:cNvSpPr txBox="1">
            <a:spLocks/>
          </p:cNvSpPr>
          <p:nvPr/>
        </p:nvSpPr>
        <p:spPr>
          <a:xfrm>
            <a:off x="461928" y="474213"/>
            <a:ext cx="8225022" cy="49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>
                <a:latin typeface="Calibri"/>
                <a:ea typeface="Calibri"/>
                <a:cs typeface="Calibri"/>
              </a:rPr>
              <a:t>Q &amp; A</a:t>
            </a:r>
            <a:endParaRPr lang="en-US" sz="2800" b="1"/>
          </a:p>
        </p:txBody>
      </p:sp>
      <p:pic>
        <p:nvPicPr>
          <p:cNvPr id="2" name="Picture 1" descr="How to Moderate Question-and-Answer Sessions in Your Presentation">
            <a:extLst>
              <a:ext uri="{FF2B5EF4-FFF2-40B4-BE49-F238E27FC236}">
                <a16:creationId xmlns:a16="http://schemas.microsoft.com/office/drawing/2014/main" id="{ACAAFC9E-CFBB-F93B-A6AF-426E4D68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14" y="971227"/>
            <a:ext cx="6258463" cy="339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28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13">
            <a:extLst>
              <a:ext uri="{FF2B5EF4-FFF2-40B4-BE49-F238E27FC236}">
                <a16:creationId xmlns:a16="http://schemas.microsoft.com/office/drawing/2014/main" id="{04C8B130-C31C-CBDB-B65F-6F602C60C2DE}"/>
              </a:ext>
            </a:extLst>
          </p:cNvPr>
          <p:cNvSpPr txBox="1">
            <a:spLocks noGrp="1"/>
          </p:cNvSpPr>
          <p:nvPr/>
        </p:nvSpPr>
        <p:spPr>
          <a:xfrm>
            <a:off x="2189822" y="2412761"/>
            <a:ext cx="31104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063578"/>
                </a:solidFill>
                <a:highlight>
                  <a:srgbClr val="FFFFFF"/>
                </a:highlight>
                <a:latin typeface="Arial"/>
                <a:cs typeface="Arial"/>
              </a:rPr>
              <a:t>Abishek K </a:t>
            </a:r>
            <a:endParaRPr lang="en-US" sz="1600">
              <a:solidFill>
                <a:srgbClr val="063578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>
              <a:lnSpc>
                <a:spcPct val="150000"/>
              </a:lnSpc>
              <a:buSzPts val="1100"/>
              <a:buFont typeface="Arial"/>
            </a:pPr>
            <a:r>
              <a:rPr lang="en-US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Junior - Software Engineer</a:t>
            </a:r>
            <a:endParaRPr lang="en-US" sz="1400" b="1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</documentManagement>
</p:properties>
</file>

<file path=customXml/itemProps1.xml><?xml version="1.0" encoding="utf-8"?>
<ds:datastoreItem xmlns:ds="http://schemas.openxmlformats.org/officeDocument/2006/customXml" ds:itemID="{E150239C-E3D2-4EFE-92D5-3E234670C775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4AB02F5-BA48-41F0-881B-62BF8D5BE8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7B9954-1002-4850-87A6-B3557E4A3004}">
  <ds:schemaRefs>
    <ds:schemaRef ds:uri="70328ee1-d215-47f2-9f94-e66745c0848f"/>
    <ds:schemaRef ds:uri="9f6ad64a-8b6b-48eb-ae60-12a54eda0ca9"/>
    <ds:schemaRef ds:uri="a985ba2b-3265-433f-b90f-f087e6a7e733"/>
    <ds:schemaRef ds:uri="b92b3a10-3cf5-4cf2-9ea4-9e3b3532bf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Relevantz - Internal Slide Template</vt:lpstr>
      <vt:lpstr>Istio Service Mesh</vt:lpstr>
      <vt:lpstr>PowerPoint Presentation</vt:lpstr>
      <vt:lpstr>What is Istio?</vt:lpstr>
      <vt:lpstr>Introduction to Istio</vt:lpstr>
      <vt:lpstr>Introduction to Istio</vt:lpstr>
      <vt:lpstr>Introduction to Istio</vt:lpstr>
      <vt:lpstr>Components of Istio</vt:lpstr>
      <vt:lpstr>Components of Istio</vt:lpstr>
      <vt:lpstr>Why Istio?</vt:lpstr>
      <vt:lpstr>What if Istio is NOT Available?</vt:lpstr>
      <vt:lpstr>What are the Alternatives? </vt:lpstr>
      <vt:lpstr>When to Use Istio?</vt:lpstr>
      <vt:lpstr>Best Scenarios for Istio</vt:lpstr>
      <vt:lpstr>How to implement Kubernetes?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cp:revision>36</cp:revision>
  <dcterms:modified xsi:type="dcterms:W3CDTF">2025-09-17T12:33:45Z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12300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SIP_Label_defa4170-0d19-0005-0004-bc88714345d2_Enabled">
    <vt:lpwstr>true</vt:lpwstr>
  </property>
  <property fmtid="{D5CDD505-2E9C-101B-9397-08002B2CF9AE}" pid="8" name="MSIP_Label_defa4170-0d19-0005-0004-bc88714345d2_SetDate">
    <vt:lpwstr>2024-04-16T09:14:58Z</vt:lpwstr>
  </property>
  <property fmtid="{D5CDD505-2E9C-101B-9397-08002B2CF9AE}" pid="9" name="MSIP_Label_defa4170-0d19-0005-0004-bc88714345d2_Method">
    <vt:lpwstr>Standard</vt:lpwstr>
  </property>
  <property fmtid="{D5CDD505-2E9C-101B-9397-08002B2CF9AE}" pid="10" name="MSIP_Label_defa4170-0d19-0005-0004-bc88714345d2_Name">
    <vt:lpwstr>defa4170-0d19-0005-0004-bc88714345d2</vt:lpwstr>
  </property>
  <property fmtid="{D5CDD505-2E9C-101B-9397-08002B2CF9AE}" pid="11" name="MSIP_Label_defa4170-0d19-0005-0004-bc88714345d2_SiteId">
    <vt:lpwstr>fe66d7b1-c17e-4ba8-a08d-2e146117dc7e</vt:lpwstr>
  </property>
  <property fmtid="{D5CDD505-2E9C-101B-9397-08002B2CF9AE}" pid="12" name="MSIP_Label_defa4170-0d19-0005-0004-bc88714345d2_ActionId">
    <vt:lpwstr>c66ad8e2-d129-43bd-a8ec-5b6df568f088</vt:lpwstr>
  </property>
  <property fmtid="{D5CDD505-2E9C-101B-9397-08002B2CF9AE}" pid="13" name="MSIP_Label_defa4170-0d19-0005-0004-bc88714345d2_ContentBits">
    <vt:lpwstr>0</vt:lpwstr>
  </property>
  <property fmtid="{D5CDD505-2E9C-101B-9397-08002B2CF9AE}" pid="14" name="MediaServiceImageTags">
    <vt:lpwstr/>
  </property>
</Properties>
</file>