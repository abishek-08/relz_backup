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55" r:id="rId4"/>
  </p:sldMasterIdLst>
  <p:notesMasterIdLst>
    <p:notesMasterId r:id="rId20"/>
  </p:notesMasterIdLst>
  <p:sldIdLst>
    <p:sldId id="282" r:id="rId5"/>
    <p:sldId id="296" r:id="rId6"/>
    <p:sldId id="295" r:id="rId7"/>
    <p:sldId id="306" r:id="rId8"/>
    <p:sldId id="307" r:id="rId9"/>
    <p:sldId id="281" r:id="rId10"/>
    <p:sldId id="257" r:id="rId11"/>
    <p:sldId id="284" r:id="rId12"/>
    <p:sldId id="286" r:id="rId13"/>
    <p:sldId id="287" r:id="rId14"/>
    <p:sldId id="293" r:id="rId15"/>
    <p:sldId id="305" r:id="rId16"/>
    <p:sldId id="304" r:id="rId17"/>
    <p:sldId id="294" r:id="rId18"/>
    <p:sldId id="279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8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0033D-1624-D023-27F2-B7D2D1166FA6}" v="66" dt="2025-09-24T12:35:07.846"/>
    <p1510:client id="{5E367586-6357-A55C-6F4E-DB2A9469D59F}" v="309" dt="2025-09-24T06:14:01.487"/>
  </p1510:revLst>
</p1510:revInfo>
</file>

<file path=ppt/tableStyles.xml><?xml version="1.0" encoding="utf-8"?>
<a:tblStyleLst xmlns:a="http://schemas.openxmlformats.org/drawingml/2006/main" def="{FAF8FCC5-4FDF-4A60-B72E-4E0162955330}">
  <a:tblStyle styleId="{FAF8FCC5-4FDF-4A60-B72E-4E01629553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68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shek Kumar" userId="S::abishek.kumar@relevantz.com::7c265475-e175-41a9-aca9-6d70f6004be1" providerId="AD" clId="Web-{5E367586-6357-A55C-6F4E-DB2A9469D59F}"/>
    <pc:docChg chg="addSld delSld modSld">
      <pc:chgData name="Abishek Kumar" userId="S::abishek.kumar@relevantz.com::7c265475-e175-41a9-aca9-6d70f6004be1" providerId="AD" clId="Web-{5E367586-6357-A55C-6F4E-DB2A9469D59F}" dt="2025-09-24T06:14:01.487" v="264" actId="1076"/>
      <pc:docMkLst>
        <pc:docMk/>
      </pc:docMkLst>
      <pc:sldChg chg="addSp delSp modSp">
        <pc:chgData name="Abishek Kumar" userId="S::abishek.kumar@relevantz.com::7c265475-e175-41a9-aca9-6d70f6004be1" providerId="AD" clId="Web-{5E367586-6357-A55C-6F4E-DB2A9469D59F}" dt="2025-09-24T05:59:30.958" v="179"/>
        <pc:sldMkLst>
          <pc:docMk/>
          <pc:sldMk cId="0" sldId="257"/>
        </pc:sldMkLst>
        <pc:spChg chg="mod">
          <ac:chgData name="Abishek Kumar" userId="S::abishek.kumar@relevantz.com::7c265475-e175-41a9-aca9-6d70f6004be1" providerId="AD" clId="Web-{5E367586-6357-A55C-6F4E-DB2A9469D59F}" dt="2025-09-24T05:49:08.682" v="49" actId="20577"/>
          <ac:spMkLst>
            <pc:docMk/>
            <pc:sldMk cId="0" sldId="257"/>
            <ac:spMk id="2" creationId="{D8CD9F66-2E49-A026-1E0F-0F81311F301A}"/>
          </ac:spMkLst>
        </pc:spChg>
        <pc:spChg chg="del">
          <ac:chgData name="Abishek Kumar" userId="S::abishek.kumar@relevantz.com::7c265475-e175-41a9-aca9-6d70f6004be1" providerId="AD" clId="Web-{5E367586-6357-A55C-6F4E-DB2A9469D59F}" dt="2025-09-24T05:49:49.542" v="56"/>
          <ac:spMkLst>
            <pc:docMk/>
            <pc:sldMk cId="0" sldId="257"/>
            <ac:spMk id="3" creationId="{B554B687-B34B-6FD9-1689-4DA2E1E4655B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5:49:17.057" v="50" actId="20577"/>
          <ac:spMkLst>
            <pc:docMk/>
            <pc:sldMk cId="0" sldId="257"/>
            <ac:spMk id="12" creationId="{DA28CEA1-2429-B081-DE72-AFFF9832FA54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5:59:19.879" v="177" actId="1076"/>
          <ac:spMkLst>
            <pc:docMk/>
            <pc:sldMk cId="0" sldId="257"/>
            <ac:spMk id="13" creationId="{90EE9C4E-799A-8365-1004-A80BC7A8B318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5:59:12.598" v="176" actId="1076"/>
          <ac:spMkLst>
            <pc:docMk/>
            <pc:sldMk cId="0" sldId="257"/>
            <ac:spMk id="14" creationId="{429C50D1-19F7-30EE-0C3C-992049E7F315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5:58:48.893" v="173" actId="1076"/>
          <ac:spMkLst>
            <pc:docMk/>
            <pc:sldMk cId="0" sldId="257"/>
            <ac:spMk id="15" creationId="{1465D250-1CC1-AB75-C506-4D7D345CDEBF}"/>
          </ac:spMkLst>
        </pc:spChg>
        <pc:picChg chg="add del">
          <ac:chgData name="Abishek Kumar" userId="S::abishek.kumar@relevantz.com::7c265475-e175-41a9-aca9-6d70f6004be1" providerId="AD" clId="Web-{5E367586-6357-A55C-6F4E-DB2A9469D59F}" dt="2025-09-24T05:59:30.958" v="179"/>
          <ac:picMkLst>
            <pc:docMk/>
            <pc:sldMk cId="0" sldId="257"/>
            <ac:picMk id="4" creationId="{711ADB26-ED44-488A-4874-04C78D3F514F}"/>
          </ac:picMkLst>
        </pc:picChg>
      </pc:sldChg>
      <pc:sldChg chg="addSp delSp modSp">
        <pc:chgData name="Abishek Kumar" userId="S::abishek.kumar@relevantz.com::7c265475-e175-41a9-aca9-6d70f6004be1" providerId="AD" clId="Web-{5E367586-6357-A55C-6F4E-DB2A9469D59F}" dt="2025-09-24T05:58:36.955" v="172" actId="1076"/>
        <pc:sldMkLst>
          <pc:docMk/>
          <pc:sldMk cId="134882253" sldId="281"/>
        </pc:sldMkLst>
        <pc:spChg chg="mod">
          <ac:chgData name="Abishek Kumar" userId="S::abishek.kumar@relevantz.com::7c265475-e175-41a9-aca9-6d70f6004be1" providerId="AD" clId="Web-{5E367586-6357-A55C-6F4E-DB2A9469D59F}" dt="2025-09-24T05:47:46.055" v="33" actId="20577"/>
          <ac:spMkLst>
            <pc:docMk/>
            <pc:sldMk cId="134882253" sldId="281"/>
            <ac:spMk id="8" creationId="{E391C4E7-C53C-AA6E-3D17-9B661502CFE1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5:58:25.455" v="169" actId="1076"/>
          <ac:spMkLst>
            <pc:docMk/>
            <pc:sldMk cId="134882253" sldId="281"/>
            <ac:spMk id="29" creationId="{F595C6C3-69B1-8BD1-DD63-A8FB00336D3E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5:58:36.955" v="172" actId="1076"/>
          <ac:spMkLst>
            <pc:docMk/>
            <pc:sldMk cId="134882253" sldId="281"/>
            <ac:spMk id="30" creationId="{FAC29779-122E-4E7F-D4D0-FD6EE5C29CCC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5:58:30.564" v="171" actId="1076"/>
          <ac:spMkLst>
            <pc:docMk/>
            <pc:sldMk cId="134882253" sldId="281"/>
            <ac:spMk id="31" creationId="{1C58F0C3-6104-E881-D0AE-DB3352F19F34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5:58:28.095" v="170" actId="1076"/>
          <ac:spMkLst>
            <pc:docMk/>
            <pc:sldMk cId="134882253" sldId="281"/>
            <ac:spMk id="32" creationId="{5B1C404B-33B3-6999-B9B5-0DD5D83598AE}"/>
          </ac:spMkLst>
        </pc:spChg>
        <pc:picChg chg="add mod ord">
          <ac:chgData name="Abishek Kumar" userId="S::abishek.kumar@relevantz.com::7c265475-e175-41a9-aca9-6d70f6004be1" providerId="AD" clId="Web-{5E367586-6357-A55C-6F4E-DB2A9469D59F}" dt="2025-09-24T05:58:09.501" v="165"/>
          <ac:picMkLst>
            <pc:docMk/>
            <pc:sldMk cId="134882253" sldId="281"/>
            <ac:picMk id="2" creationId="{962A3A94-2B1E-30FE-7337-3D65441F6565}"/>
          </ac:picMkLst>
        </pc:picChg>
        <pc:picChg chg="del">
          <ac:chgData name="Abishek Kumar" userId="S::abishek.kumar@relevantz.com::7c265475-e175-41a9-aca9-6d70f6004be1" providerId="AD" clId="Web-{5E367586-6357-A55C-6F4E-DB2A9469D59F}" dt="2025-09-24T05:57:44.468" v="162"/>
          <ac:picMkLst>
            <pc:docMk/>
            <pc:sldMk cId="134882253" sldId="281"/>
            <ac:picMk id="3" creationId="{C5C70C50-02F0-03A8-44D0-71ED12CB83A8}"/>
          </ac:picMkLst>
        </pc:picChg>
      </pc:sldChg>
      <pc:sldChg chg="modSp">
        <pc:chgData name="Abishek Kumar" userId="S::abishek.kumar@relevantz.com::7c265475-e175-41a9-aca9-6d70f6004be1" providerId="AD" clId="Web-{5E367586-6357-A55C-6F4E-DB2A9469D59F}" dt="2025-09-24T05:46:16.319" v="5" actId="20577"/>
        <pc:sldMkLst>
          <pc:docMk/>
          <pc:sldMk cId="785531938" sldId="282"/>
        </pc:sldMkLst>
        <pc:spChg chg="mod">
          <ac:chgData name="Abishek Kumar" userId="S::abishek.kumar@relevantz.com::7c265475-e175-41a9-aca9-6d70f6004be1" providerId="AD" clId="Web-{5E367586-6357-A55C-6F4E-DB2A9469D59F}" dt="2025-09-24T05:46:05.443" v="4" actId="20577"/>
          <ac:spMkLst>
            <pc:docMk/>
            <pc:sldMk cId="785531938" sldId="282"/>
            <ac:spMk id="2" creationId="{0C560E1C-DEA5-906C-2995-14F06B46A0E6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5:46:16.319" v="5" actId="20577"/>
          <ac:spMkLst>
            <pc:docMk/>
            <pc:sldMk cId="785531938" sldId="282"/>
            <ac:spMk id="3" creationId="{55D72067-5E70-0204-9BF6-687ACDF0A992}"/>
          </ac:spMkLst>
        </pc:spChg>
      </pc:sldChg>
      <pc:sldChg chg="addSp delSp modSp">
        <pc:chgData name="Abishek Kumar" userId="S::abishek.kumar@relevantz.com::7c265475-e175-41a9-aca9-6d70f6004be1" providerId="AD" clId="Web-{5E367586-6357-A55C-6F4E-DB2A9469D59F}" dt="2025-09-24T06:05:10.531" v="227" actId="1076"/>
        <pc:sldMkLst>
          <pc:docMk/>
          <pc:sldMk cId="373435572" sldId="284"/>
        </pc:sldMkLst>
        <pc:spChg chg="mod">
          <ac:chgData name="Abishek Kumar" userId="S::abishek.kumar@relevantz.com::7c265475-e175-41a9-aca9-6d70f6004be1" providerId="AD" clId="Web-{5E367586-6357-A55C-6F4E-DB2A9469D59F}" dt="2025-09-24T06:00:02.990" v="187" actId="14100"/>
          <ac:spMkLst>
            <pc:docMk/>
            <pc:sldMk cId="373435572" sldId="284"/>
            <ac:spMk id="4" creationId="{43C01305-1BE1-BEB8-4D89-5F1C85AFA51B}"/>
          </ac:spMkLst>
        </pc:spChg>
        <pc:picChg chg="add mod">
          <ac:chgData name="Abishek Kumar" userId="S::abishek.kumar@relevantz.com::7c265475-e175-41a9-aca9-6d70f6004be1" providerId="AD" clId="Web-{5E367586-6357-A55C-6F4E-DB2A9469D59F}" dt="2025-09-24T06:00:44.992" v="197" actId="14100"/>
          <ac:picMkLst>
            <pc:docMk/>
            <pc:sldMk cId="373435572" sldId="284"/>
            <ac:picMk id="3" creationId="{A5A7FDA9-068E-4DD6-D59F-C9D6975C4BC5}"/>
          </ac:picMkLst>
        </pc:picChg>
        <pc:picChg chg="add mod">
          <ac:chgData name="Abishek Kumar" userId="S::abishek.kumar@relevantz.com::7c265475-e175-41a9-aca9-6d70f6004be1" providerId="AD" clId="Web-{5E367586-6357-A55C-6F4E-DB2A9469D59F}" dt="2025-09-24T06:03:42.013" v="216" actId="14100"/>
          <ac:picMkLst>
            <pc:docMk/>
            <pc:sldMk cId="373435572" sldId="284"/>
            <ac:picMk id="5" creationId="{D96F4692-5CC3-671E-349D-48D815866BA3}"/>
          </ac:picMkLst>
        </pc:picChg>
        <pc:picChg chg="add mod">
          <ac:chgData name="Abishek Kumar" userId="S::abishek.kumar@relevantz.com::7c265475-e175-41a9-aca9-6d70f6004be1" providerId="AD" clId="Web-{5E367586-6357-A55C-6F4E-DB2A9469D59F}" dt="2025-09-24T06:03:50.044" v="217" actId="14100"/>
          <ac:picMkLst>
            <pc:docMk/>
            <pc:sldMk cId="373435572" sldId="284"/>
            <ac:picMk id="6" creationId="{C42F79C5-7CF6-55B4-3FF6-5129497ACF79}"/>
          </ac:picMkLst>
        </pc:picChg>
        <pc:picChg chg="del">
          <ac:chgData name="Abishek Kumar" userId="S::abishek.kumar@relevantz.com::7c265475-e175-41a9-aca9-6d70f6004be1" providerId="AD" clId="Web-{5E367586-6357-A55C-6F4E-DB2A9469D59F}" dt="2025-09-24T06:00:05.444" v="188"/>
          <ac:picMkLst>
            <pc:docMk/>
            <pc:sldMk cId="373435572" sldId="284"/>
            <ac:picMk id="7" creationId="{7AB4A44B-9005-8F35-E2C7-DD7A2C8CFEBB}"/>
          </ac:picMkLst>
        </pc:picChg>
        <pc:picChg chg="del">
          <ac:chgData name="Abishek Kumar" userId="S::abishek.kumar@relevantz.com::7c265475-e175-41a9-aca9-6d70f6004be1" providerId="AD" clId="Web-{5E367586-6357-A55C-6F4E-DB2A9469D59F}" dt="2025-09-24T06:00:06.897" v="189"/>
          <ac:picMkLst>
            <pc:docMk/>
            <pc:sldMk cId="373435572" sldId="284"/>
            <ac:picMk id="8" creationId="{01C93F77-C484-5C18-5298-B6CF9D6286B4}"/>
          </ac:picMkLst>
        </pc:picChg>
        <pc:picChg chg="del">
          <ac:chgData name="Abishek Kumar" userId="S::abishek.kumar@relevantz.com::7c265475-e175-41a9-aca9-6d70f6004be1" providerId="AD" clId="Web-{5E367586-6357-A55C-6F4E-DB2A9469D59F}" dt="2025-09-24T05:59:39.380" v="181"/>
          <ac:picMkLst>
            <pc:docMk/>
            <pc:sldMk cId="373435572" sldId="284"/>
            <ac:picMk id="9" creationId="{7A00E07C-F1EE-572C-AB0E-F9879871CD05}"/>
          </ac:picMkLst>
        </pc:picChg>
        <pc:picChg chg="del">
          <ac:chgData name="Abishek Kumar" userId="S::abishek.kumar@relevantz.com::7c265475-e175-41a9-aca9-6d70f6004be1" providerId="AD" clId="Web-{5E367586-6357-A55C-6F4E-DB2A9469D59F}" dt="2025-09-24T05:59:37.786" v="180"/>
          <ac:picMkLst>
            <pc:docMk/>
            <pc:sldMk cId="373435572" sldId="284"/>
            <ac:picMk id="10" creationId="{B2142764-59CB-B798-9DFA-067BB729BD96}"/>
          </ac:picMkLst>
        </pc:picChg>
        <pc:picChg chg="add mod">
          <ac:chgData name="Abishek Kumar" userId="S::abishek.kumar@relevantz.com::7c265475-e175-41a9-aca9-6d70f6004be1" providerId="AD" clId="Web-{5E367586-6357-A55C-6F4E-DB2A9469D59F}" dt="2025-09-24T06:05:10.531" v="227" actId="1076"/>
          <ac:picMkLst>
            <pc:docMk/>
            <pc:sldMk cId="373435572" sldId="284"/>
            <ac:picMk id="11" creationId="{784EA4E7-228B-37FC-7A04-A28C6B907CC2}"/>
          </ac:picMkLst>
        </pc:picChg>
        <pc:picChg chg="add mod">
          <ac:chgData name="Abishek Kumar" userId="S::abishek.kumar@relevantz.com::7c265475-e175-41a9-aca9-6d70f6004be1" providerId="AD" clId="Web-{5E367586-6357-A55C-6F4E-DB2A9469D59F}" dt="2025-09-24T06:05:08.077" v="226" actId="1076"/>
          <ac:picMkLst>
            <pc:docMk/>
            <pc:sldMk cId="373435572" sldId="284"/>
            <ac:picMk id="12" creationId="{1424A119-0097-B2AB-86B6-23F4EEC6827E}"/>
          </ac:picMkLst>
        </pc:picChg>
      </pc:sldChg>
      <pc:sldChg chg="addSp delSp modSp">
        <pc:chgData name="Abishek Kumar" userId="S::abishek.kumar@relevantz.com::7c265475-e175-41a9-aca9-6d70f6004be1" providerId="AD" clId="Web-{5E367586-6357-A55C-6F4E-DB2A9469D59F}" dt="2025-09-24T06:07:05.251" v="240" actId="14100"/>
        <pc:sldMkLst>
          <pc:docMk/>
          <pc:sldMk cId="3918375648" sldId="286"/>
        </pc:sldMkLst>
        <pc:spChg chg="mod">
          <ac:chgData name="Abishek Kumar" userId="S::abishek.kumar@relevantz.com::7c265475-e175-41a9-aca9-6d70f6004be1" providerId="AD" clId="Web-{5E367586-6357-A55C-6F4E-DB2A9469D59F}" dt="2025-09-24T05:50:42.558" v="64" actId="20577"/>
          <ac:spMkLst>
            <pc:docMk/>
            <pc:sldMk cId="3918375648" sldId="286"/>
            <ac:spMk id="2" creationId="{69CC5060-0E2F-2741-C756-C91FF9832E8C}"/>
          </ac:spMkLst>
        </pc:spChg>
        <pc:spChg chg="del">
          <ac:chgData name="Abishek Kumar" userId="S::abishek.kumar@relevantz.com::7c265475-e175-41a9-aca9-6d70f6004be1" providerId="AD" clId="Web-{5E367586-6357-A55C-6F4E-DB2A9469D59F}" dt="2025-09-24T05:51:28.215" v="74"/>
          <ac:spMkLst>
            <pc:docMk/>
            <pc:sldMk cId="3918375648" sldId="286"/>
            <ac:spMk id="4" creationId="{596EBE43-A4B1-D426-D904-438CA6BF828D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6:05:36.078" v="233" actId="1076"/>
          <ac:spMkLst>
            <pc:docMk/>
            <pc:sldMk cId="3918375648" sldId="286"/>
            <ac:spMk id="7" creationId="{86E8D713-530C-F842-0969-0BD968601F26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6:05:31.515" v="232" actId="1076"/>
          <ac:spMkLst>
            <pc:docMk/>
            <pc:sldMk cId="3918375648" sldId="286"/>
            <ac:spMk id="8" creationId="{3C21DEF1-633D-49C8-F5FE-5DCFA9CAB14F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6:05:21.703" v="228" actId="1076"/>
          <ac:spMkLst>
            <pc:docMk/>
            <pc:sldMk cId="3918375648" sldId="286"/>
            <ac:spMk id="9" creationId="{EEB48BF1-A53F-2D43-003B-ED0AA4F88915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6:05:27.937" v="231" actId="1076"/>
          <ac:spMkLst>
            <pc:docMk/>
            <pc:sldMk cId="3918375648" sldId="286"/>
            <ac:spMk id="10" creationId="{B7C657D7-7CD4-1E37-A058-D8EDC18D30F0}"/>
          </ac:spMkLst>
        </pc:spChg>
        <pc:picChg chg="del">
          <ac:chgData name="Abishek Kumar" userId="S::abishek.kumar@relevantz.com::7c265475-e175-41a9-aca9-6d70f6004be1" providerId="AD" clId="Web-{5E367586-6357-A55C-6F4E-DB2A9469D59F}" dt="2025-09-24T06:05:47.594" v="234"/>
          <ac:picMkLst>
            <pc:docMk/>
            <pc:sldMk cId="3918375648" sldId="286"/>
            <ac:picMk id="3" creationId="{89A83EDA-C727-23D6-74B0-6B230B5EE89E}"/>
          </ac:picMkLst>
        </pc:picChg>
        <pc:picChg chg="add del mod">
          <ac:chgData name="Abishek Kumar" userId="S::abishek.kumar@relevantz.com::7c265475-e175-41a9-aca9-6d70f6004be1" providerId="AD" clId="Web-{5E367586-6357-A55C-6F4E-DB2A9469D59F}" dt="2025-09-24T06:06:33.579" v="236"/>
          <ac:picMkLst>
            <pc:docMk/>
            <pc:sldMk cId="3918375648" sldId="286"/>
            <ac:picMk id="5" creationId="{F1C8CC9E-CE94-4508-68F3-09A13CB47530}"/>
          </ac:picMkLst>
        </pc:picChg>
        <pc:picChg chg="add mod">
          <ac:chgData name="Abishek Kumar" userId="S::abishek.kumar@relevantz.com::7c265475-e175-41a9-aca9-6d70f6004be1" providerId="AD" clId="Web-{5E367586-6357-A55C-6F4E-DB2A9469D59F}" dt="2025-09-24T06:07:05.251" v="240" actId="14100"/>
          <ac:picMkLst>
            <pc:docMk/>
            <pc:sldMk cId="3918375648" sldId="286"/>
            <ac:picMk id="6" creationId="{B2BF5B00-5A8D-1B4F-582C-D338E9C49577}"/>
          </ac:picMkLst>
        </pc:picChg>
      </pc:sldChg>
      <pc:sldChg chg="addSp delSp modSp">
        <pc:chgData name="Abishek Kumar" userId="S::abishek.kumar@relevantz.com::7c265475-e175-41a9-aca9-6d70f6004be1" providerId="AD" clId="Web-{5E367586-6357-A55C-6F4E-DB2A9469D59F}" dt="2025-09-24T06:11:41.162" v="255" actId="14100"/>
        <pc:sldMkLst>
          <pc:docMk/>
          <pc:sldMk cId="3850687017" sldId="287"/>
        </pc:sldMkLst>
        <pc:spChg chg="mod">
          <ac:chgData name="Abishek Kumar" userId="S::abishek.kumar@relevantz.com::7c265475-e175-41a9-aca9-6d70f6004be1" providerId="AD" clId="Web-{5E367586-6357-A55C-6F4E-DB2A9469D59F}" dt="2025-09-24T05:51:40.950" v="80" actId="20577"/>
          <ac:spMkLst>
            <pc:docMk/>
            <pc:sldMk cId="3850687017" sldId="287"/>
            <ac:spMk id="2" creationId="{52862C63-2EBE-0AB8-120E-0A550C96C5F7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6:07:23.627" v="243" actId="1076"/>
          <ac:spMkLst>
            <pc:docMk/>
            <pc:sldMk cId="3850687017" sldId="287"/>
            <ac:spMk id="4" creationId="{2F7413EF-5060-25B4-E7AF-17D5C385EAA4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6:07:19.924" v="242" actId="1076"/>
          <ac:spMkLst>
            <pc:docMk/>
            <pc:sldMk cId="3850687017" sldId="287"/>
            <ac:spMk id="5" creationId="{90D4E112-875E-FDBC-E904-A9C87316B85F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6:07:16.455" v="241" actId="1076"/>
          <ac:spMkLst>
            <pc:docMk/>
            <pc:sldMk cId="3850687017" sldId="287"/>
            <ac:spMk id="7" creationId="{7BB295B9-1C6A-BF23-2121-EEB74CC29666}"/>
          </ac:spMkLst>
        </pc:spChg>
        <pc:spChg chg="del">
          <ac:chgData name="Abishek Kumar" userId="S::abishek.kumar@relevantz.com::7c265475-e175-41a9-aca9-6d70f6004be1" providerId="AD" clId="Web-{5E367586-6357-A55C-6F4E-DB2A9469D59F}" dt="2025-09-24T05:52:16.107" v="88"/>
          <ac:spMkLst>
            <pc:docMk/>
            <pc:sldMk cId="3850687017" sldId="287"/>
            <ac:spMk id="8" creationId="{0327AE51-7382-E11D-CE6E-E6B1D0EECE54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6:07:26.611" v="244" actId="1076"/>
          <ac:spMkLst>
            <pc:docMk/>
            <pc:sldMk cId="3850687017" sldId="287"/>
            <ac:spMk id="24" creationId="{407BDEDC-C8DF-A7D1-C9B9-D07934DF99D3}"/>
          </ac:spMkLst>
        </pc:spChg>
        <pc:picChg chg="del">
          <ac:chgData name="Abishek Kumar" userId="S::abishek.kumar@relevantz.com::7c265475-e175-41a9-aca9-6d70f6004be1" providerId="AD" clId="Web-{5E367586-6357-A55C-6F4E-DB2A9469D59F}" dt="2025-09-24T06:07:29.221" v="245"/>
          <ac:picMkLst>
            <pc:docMk/>
            <pc:sldMk cId="3850687017" sldId="287"/>
            <ac:picMk id="3" creationId="{0438EA31-D0FE-ED6A-D2CE-85A185FDA54D}"/>
          </ac:picMkLst>
        </pc:picChg>
        <pc:picChg chg="add mod">
          <ac:chgData name="Abishek Kumar" userId="S::abishek.kumar@relevantz.com::7c265475-e175-41a9-aca9-6d70f6004be1" providerId="AD" clId="Web-{5E367586-6357-A55C-6F4E-DB2A9469D59F}" dt="2025-09-24T06:08:13.831" v="250" actId="14100"/>
          <ac:picMkLst>
            <pc:docMk/>
            <pc:sldMk cId="3850687017" sldId="287"/>
            <ac:picMk id="6" creationId="{375967FC-D560-0049-FAC7-6B970225B85E}"/>
          </ac:picMkLst>
        </pc:picChg>
        <pc:picChg chg="add mod">
          <ac:chgData name="Abishek Kumar" userId="S::abishek.kumar@relevantz.com::7c265475-e175-41a9-aca9-6d70f6004be1" providerId="AD" clId="Web-{5E367586-6357-A55C-6F4E-DB2A9469D59F}" dt="2025-09-24T06:11:41.162" v="255" actId="14100"/>
          <ac:picMkLst>
            <pc:docMk/>
            <pc:sldMk cId="3850687017" sldId="287"/>
            <ac:picMk id="9" creationId="{CFAEBBD4-FC89-14BA-AB07-11B6821E1570}"/>
          </ac:picMkLst>
        </pc:picChg>
        <pc:picChg chg="del">
          <ac:chgData name="Abishek Kumar" userId="S::abishek.kumar@relevantz.com::7c265475-e175-41a9-aca9-6d70f6004be1" providerId="AD" clId="Web-{5E367586-6357-A55C-6F4E-DB2A9469D59F}" dt="2025-09-24T06:07:30.705" v="246"/>
          <ac:picMkLst>
            <pc:docMk/>
            <pc:sldMk cId="3850687017" sldId="287"/>
            <ac:picMk id="10" creationId="{F1B45BC8-4772-1888-CC59-5BF2C079D6B4}"/>
          </ac:picMkLst>
        </pc:picChg>
      </pc:sldChg>
      <pc:sldChg chg="addSp delSp modSp">
        <pc:chgData name="Abishek Kumar" userId="S::abishek.kumar@relevantz.com::7c265475-e175-41a9-aca9-6d70f6004be1" providerId="AD" clId="Web-{5E367586-6357-A55C-6F4E-DB2A9469D59F}" dt="2025-09-24T06:14:01.487" v="264" actId="1076"/>
        <pc:sldMkLst>
          <pc:docMk/>
          <pc:sldMk cId="2020906926" sldId="293"/>
        </pc:sldMkLst>
        <pc:spChg chg="mod">
          <ac:chgData name="Abishek Kumar" userId="S::abishek.kumar@relevantz.com::7c265475-e175-41a9-aca9-6d70f6004be1" providerId="AD" clId="Web-{5E367586-6357-A55C-6F4E-DB2A9469D59F}" dt="2025-09-24T05:53:27.701" v="107" actId="20577"/>
          <ac:spMkLst>
            <pc:docMk/>
            <pc:sldMk cId="2020906926" sldId="293"/>
            <ac:spMk id="3" creationId="{90238A0B-1C1C-F6F1-C4BB-6F99D59145F2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5:52:49.857" v="101" actId="20577"/>
          <ac:spMkLst>
            <pc:docMk/>
            <pc:sldMk cId="2020906926" sldId="293"/>
            <ac:spMk id="4" creationId="{F1DD659A-C80E-AB39-9504-405146D0F37A}"/>
          </ac:spMkLst>
        </pc:spChg>
        <pc:picChg chg="del">
          <ac:chgData name="Abishek Kumar" userId="S::abishek.kumar@relevantz.com::7c265475-e175-41a9-aca9-6d70f6004be1" providerId="AD" clId="Web-{5E367586-6357-A55C-6F4E-DB2A9469D59F}" dt="2025-09-24T05:53:57.577" v="111"/>
          <ac:picMkLst>
            <pc:docMk/>
            <pc:sldMk cId="2020906926" sldId="293"/>
            <ac:picMk id="2" creationId="{94222A73-27CE-534C-92B5-580C86A84767}"/>
          </ac:picMkLst>
        </pc:picChg>
        <pc:picChg chg="add mod modCrop">
          <ac:chgData name="Abishek Kumar" userId="S::abishek.kumar@relevantz.com::7c265475-e175-41a9-aca9-6d70f6004be1" providerId="AD" clId="Web-{5E367586-6357-A55C-6F4E-DB2A9469D59F}" dt="2025-09-24T06:14:01.487" v="264" actId="1076"/>
          <ac:picMkLst>
            <pc:docMk/>
            <pc:sldMk cId="2020906926" sldId="293"/>
            <ac:picMk id="6" creationId="{EE4F3E70-62E2-B1A1-5C28-0C2DBB0AD1B5}"/>
          </ac:picMkLst>
        </pc:picChg>
      </pc:sldChg>
      <pc:sldChg chg="addSp delSp modSp">
        <pc:chgData name="Abishek Kumar" userId="S::abishek.kumar@relevantz.com::7c265475-e175-41a9-aca9-6d70f6004be1" providerId="AD" clId="Web-{5E367586-6357-A55C-6F4E-DB2A9469D59F}" dt="2025-09-24T05:57:35.155" v="160" actId="14100"/>
        <pc:sldMkLst>
          <pc:docMk/>
          <pc:sldMk cId="3396293414" sldId="295"/>
        </pc:sldMkLst>
        <pc:spChg chg="mod">
          <ac:chgData name="Abishek Kumar" userId="S::abishek.kumar@relevantz.com::7c265475-e175-41a9-aca9-6d70f6004be1" providerId="AD" clId="Web-{5E367586-6357-A55C-6F4E-DB2A9469D59F}" dt="2025-09-24T05:57:35.155" v="160" actId="14100"/>
          <ac:spMkLst>
            <pc:docMk/>
            <pc:sldMk cId="3396293414" sldId="295"/>
            <ac:spMk id="3" creationId="{BE9382C3-1136-06E4-64E5-0B3335AD41B3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5:46:32.647" v="7" actId="20577"/>
          <ac:spMkLst>
            <pc:docMk/>
            <pc:sldMk cId="3396293414" sldId="295"/>
            <ac:spMk id="4" creationId="{0851BE6B-51C4-C18F-40AE-711C5549D625}"/>
          </ac:spMkLst>
        </pc:spChg>
        <pc:picChg chg="add mod modCrop">
          <ac:chgData name="Abishek Kumar" userId="S::abishek.kumar@relevantz.com::7c265475-e175-41a9-aca9-6d70f6004be1" providerId="AD" clId="Web-{5E367586-6357-A55C-6F4E-DB2A9469D59F}" dt="2025-09-24T05:57:15.779" v="158" actId="1076"/>
          <ac:picMkLst>
            <pc:docMk/>
            <pc:sldMk cId="3396293414" sldId="295"/>
            <ac:picMk id="2" creationId="{5BCC0A71-D7C1-A47F-A7A5-F2610768A13E}"/>
          </ac:picMkLst>
        </pc:picChg>
        <pc:picChg chg="del mod">
          <ac:chgData name="Abishek Kumar" userId="S::abishek.kumar@relevantz.com::7c265475-e175-41a9-aca9-6d70f6004be1" providerId="AD" clId="Web-{5E367586-6357-A55C-6F4E-DB2A9469D59F}" dt="2025-09-24T05:56:37.823" v="154"/>
          <ac:picMkLst>
            <pc:docMk/>
            <pc:sldMk cId="3396293414" sldId="295"/>
            <ac:picMk id="6" creationId="{8DB6916F-447D-9B32-4C9E-F29547D57955}"/>
          </ac:picMkLst>
        </pc:picChg>
      </pc:sldChg>
      <pc:sldChg chg="modSp">
        <pc:chgData name="Abishek Kumar" userId="S::abishek.kumar@relevantz.com::7c265475-e175-41a9-aca9-6d70f6004be1" providerId="AD" clId="Web-{5E367586-6357-A55C-6F4E-DB2A9469D59F}" dt="2025-09-24T05:56:34.448" v="153" actId="20577"/>
        <pc:sldMkLst>
          <pc:docMk/>
          <pc:sldMk cId="2638637802" sldId="296"/>
        </pc:sldMkLst>
        <pc:spChg chg="mod">
          <ac:chgData name="Abishek Kumar" userId="S::abishek.kumar@relevantz.com::7c265475-e175-41a9-aca9-6d70f6004be1" providerId="AD" clId="Web-{5E367586-6357-A55C-6F4E-DB2A9469D59F}" dt="2025-09-24T05:56:34.448" v="153" actId="20577"/>
          <ac:spMkLst>
            <pc:docMk/>
            <pc:sldMk cId="2638637802" sldId="296"/>
            <ac:spMk id="2" creationId="{5D60F755-216F-97BA-BC75-6336E062DE0F}"/>
          </ac:spMkLst>
        </pc:spChg>
      </pc:sldChg>
      <pc:sldChg chg="del">
        <pc:chgData name="Abishek Kumar" userId="S::abishek.kumar@relevantz.com::7c265475-e175-41a9-aca9-6d70f6004be1" providerId="AD" clId="Web-{5E367586-6357-A55C-6F4E-DB2A9469D59F}" dt="2025-09-24T05:57:42.030" v="161"/>
        <pc:sldMkLst>
          <pc:docMk/>
          <pc:sldMk cId="3770532280" sldId="303"/>
        </pc:sldMkLst>
      </pc:sldChg>
      <pc:sldChg chg="modSp">
        <pc:chgData name="Abishek Kumar" userId="S::abishek.kumar@relevantz.com::7c265475-e175-41a9-aca9-6d70f6004be1" providerId="AD" clId="Web-{5E367586-6357-A55C-6F4E-DB2A9469D59F}" dt="2025-09-24T05:55:51.647" v="141" actId="20577"/>
        <pc:sldMkLst>
          <pc:docMk/>
          <pc:sldMk cId="4278631137" sldId="304"/>
        </pc:sldMkLst>
        <pc:spChg chg="mod">
          <ac:chgData name="Abishek Kumar" userId="S::abishek.kumar@relevantz.com::7c265475-e175-41a9-aca9-6d70f6004be1" providerId="AD" clId="Web-{5E367586-6357-A55C-6F4E-DB2A9469D59F}" dt="2025-09-24T05:55:51.647" v="141" actId="20577"/>
          <ac:spMkLst>
            <pc:docMk/>
            <pc:sldMk cId="4278631137" sldId="304"/>
            <ac:spMk id="3" creationId="{22EEA829-ED78-F1F8-B6D1-5F1A97F23B4B}"/>
          </ac:spMkLst>
        </pc:spChg>
      </pc:sldChg>
      <pc:sldChg chg="modSp add replId">
        <pc:chgData name="Abishek Kumar" userId="S::abishek.kumar@relevantz.com::7c265475-e175-41a9-aca9-6d70f6004be1" providerId="AD" clId="Web-{5E367586-6357-A55C-6F4E-DB2A9469D59F}" dt="2025-09-24T05:54:58.908" v="125" actId="20577"/>
        <pc:sldMkLst>
          <pc:docMk/>
          <pc:sldMk cId="1780045284" sldId="305"/>
        </pc:sldMkLst>
        <pc:spChg chg="mod">
          <ac:chgData name="Abishek Kumar" userId="S::abishek.kumar@relevantz.com::7c265475-e175-41a9-aca9-6d70f6004be1" providerId="AD" clId="Web-{5E367586-6357-A55C-6F4E-DB2A9469D59F}" dt="2025-09-24T05:54:58.908" v="125" actId="20577"/>
          <ac:spMkLst>
            <pc:docMk/>
            <pc:sldMk cId="1780045284" sldId="305"/>
            <ac:spMk id="3" creationId="{917FC4D5-17CC-9007-4B6F-5A3C9EF5C049}"/>
          </ac:spMkLst>
        </pc:spChg>
        <pc:spChg chg="mod">
          <ac:chgData name="Abishek Kumar" userId="S::abishek.kumar@relevantz.com::7c265475-e175-41a9-aca9-6d70f6004be1" providerId="AD" clId="Web-{5E367586-6357-A55C-6F4E-DB2A9469D59F}" dt="2025-09-24T05:54:09.546" v="113" actId="20577"/>
          <ac:spMkLst>
            <pc:docMk/>
            <pc:sldMk cId="1780045284" sldId="305"/>
            <ac:spMk id="4" creationId="{6ED56A65-5415-2B27-409F-74C86CFADEE1}"/>
          </ac:spMkLst>
        </pc:spChg>
      </pc:sldChg>
      <pc:sldChg chg="new del">
        <pc:chgData name="Abishek Kumar" userId="S::abishek.kumar@relevantz.com::7c265475-e175-41a9-aca9-6d70f6004be1" providerId="AD" clId="Web-{5E367586-6357-A55C-6F4E-DB2A9469D59F}" dt="2025-09-24T05:45:47.255" v="1"/>
        <pc:sldMkLst>
          <pc:docMk/>
          <pc:sldMk cId="2957056364" sldId="305"/>
        </pc:sldMkLst>
      </pc:sldChg>
      <pc:sldChg chg="new del">
        <pc:chgData name="Abishek Kumar" userId="S::abishek.kumar@relevantz.com::7c265475-e175-41a9-aca9-6d70f6004be1" providerId="AD" clId="Web-{5E367586-6357-A55C-6F4E-DB2A9469D59F}" dt="2025-09-24T05:53:51.858" v="109"/>
        <pc:sldMkLst>
          <pc:docMk/>
          <pc:sldMk cId="3373259542" sldId="305"/>
        </pc:sldMkLst>
      </pc:sldChg>
    </pc:docChg>
  </pc:docChgLst>
  <pc:docChgLst>
    <pc:chgData name="Abishek Kumar" userId="S::abishek.kumar@relevantz.com::7c265475-e175-41a9-aca9-6d70f6004be1" providerId="AD" clId="Web-{38F0033D-1624-D023-27F2-B7D2D1166FA6}"/>
    <pc:docChg chg="addSld modSld">
      <pc:chgData name="Abishek Kumar" userId="S::abishek.kumar@relevantz.com::7c265475-e175-41a9-aca9-6d70f6004be1" providerId="AD" clId="Web-{38F0033D-1624-D023-27F2-B7D2D1166FA6}" dt="2025-09-24T12:35:07.846" v="63" actId="1076"/>
      <pc:docMkLst>
        <pc:docMk/>
      </pc:docMkLst>
      <pc:sldChg chg="addSp delSp modSp new">
        <pc:chgData name="Abishek Kumar" userId="S::abishek.kumar@relevantz.com::7c265475-e175-41a9-aca9-6d70f6004be1" providerId="AD" clId="Web-{38F0033D-1624-D023-27F2-B7D2D1166FA6}" dt="2025-09-24T12:28:50.678" v="34" actId="14100"/>
        <pc:sldMkLst>
          <pc:docMk/>
          <pc:sldMk cId="795813" sldId="306"/>
        </pc:sldMkLst>
        <pc:spChg chg="del">
          <ac:chgData name="Abishek Kumar" userId="S::abishek.kumar@relevantz.com::7c265475-e175-41a9-aca9-6d70f6004be1" providerId="AD" clId="Web-{38F0033D-1624-D023-27F2-B7D2D1166FA6}" dt="2025-09-24T12:26:33.237" v="19"/>
          <ac:spMkLst>
            <pc:docMk/>
            <pc:sldMk cId="795813" sldId="306"/>
            <ac:spMk id="2" creationId="{2ACF4BE7-358F-85ED-2144-C1FA8771BF12}"/>
          </ac:spMkLst>
        </pc:spChg>
        <pc:spChg chg="del">
          <ac:chgData name="Abishek Kumar" userId="S::abishek.kumar@relevantz.com::7c265475-e175-41a9-aca9-6d70f6004be1" providerId="AD" clId="Web-{38F0033D-1624-D023-27F2-B7D2D1166FA6}" dt="2025-09-24T12:27:58.771" v="24"/>
          <ac:spMkLst>
            <pc:docMk/>
            <pc:sldMk cId="795813" sldId="306"/>
            <ac:spMk id="3" creationId="{B0BE8CE2-9F54-36A9-E8C5-39BD05E22360}"/>
          </ac:spMkLst>
        </pc:spChg>
        <pc:spChg chg="mod">
          <ac:chgData name="Abishek Kumar" userId="S::abishek.kumar@relevantz.com::7c265475-e175-41a9-aca9-6d70f6004be1" providerId="AD" clId="Web-{38F0033D-1624-D023-27F2-B7D2D1166FA6}" dt="2025-09-24T12:26:29.253" v="18" actId="20577"/>
          <ac:spMkLst>
            <pc:docMk/>
            <pc:sldMk cId="795813" sldId="306"/>
            <ac:spMk id="4" creationId="{FC021B97-D4E6-4083-8B56-86C157634BFB}"/>
          </ac:spMkLst>
        </pc:spChg>
        <pc:picChg chg="add del mod">
          <ac:chgData name="Abishek Kumar" userId="S::abishek.kumar@relevantz.com::7c265475-e175-41a9-aca9-6d70f6004be1" providerId="AD" clId="Web-{38F0033D-1624-D023-27F2-B7D2D1166FA6}" dt="2025-09-24T12:27:22.410" v="21"/>
          <ac:picMkLst>
            <pc:docMk/>
            <pc:sldMk cId="795813" sldId="306"/>
            <ac:picMk id="6" creationId="{37A2E086-0B3F-2622-DCB5-755FBEFEF2B2}"/>
          </ac:picMkLst>
        </pc:picChg>
        <pc:picChg chg="add del mod">
          <ac:chgData name="Abishek Kumar" userId="S::abishek.kumar@relevantz.com::7c265475-e175-41a9-aca9-6d70f6004be1" providerId="AD" clId="Web-{38F0033D-1624-D023-27F2-B7D2D1166FA6}" dt="2025-09-24T12:27:51.442" v="23"/>
          <ac:picMkLst>
            <pc:docMk/>
            <pc:sldMk cId="795813" sldId="306"/>
            <ac:picMk id="7" creationId="{7BB44586-DA86-C264-4816-1F94F9B22E91}"/>
          </ac:picMkLst>
        </pc:picChg>
        <pc:picChg chg="add del mod">
          <ac:chgData name="Abishek Kumar" userId="S::abishek.kumar@relevantz.com::7c265475-e175-41a9-aca9-6d70f6004be1" providerId="AD" clId="Web-{38F0033D-1624-D023-27F2-B7D2D1166FA6}" dt="2025-09-24T12:28:04.193" v="26"/>
          <ac:picMkLst>
            <pc:docMk/>
            <pc:sldMk cId="795813" sldId="306"/>
            <ac:picMk id="8" creationId="{CEEF6053-6578-D107-3CB5-5ADD46BE3DBF}"/>
          </ac:picMkLst>
        </pc:picChg>
        <pc:picChg chg="add mod">
          <ac:chgData name="Abishek Kumar" userId="S::abishek.kumar@relevantz.com::7c265475-e175-41a9-aca9-6d70f6004be1" providerId="AD" clId="Web-{38F0033D-1624-D023-27F2-B7D2D1166FA6}" dt="2025-09-24T12:28:50.678" v="34" actId="14100"/>
          <ac:picMkLst>
            <pc:docMk/>
            <pc:sldMk cId="795813" sldId="306"/>
            <ac:picMk id="9" creationId="{14188942-25AF-F17E-EF6A-A6BA1157D4E8}"/>
          </ac:picMkLst>
        </pc:picChg>
      </pc:sldChg>
      <pc:sldChg chg="addSp delSp modSp new">
        <pc:chgData name="Abishek Kumar" userId="S::abishek.kumar@relevantz.com::7c265475-e175-41a9-aca9-6d70f6004be1" providerId="AD" clId="Web-{38F0033D-1624-D023-27F2-B7D2D1166FA6}" dt="2025-09-24T12:35:07.846" v="63" actId="1076"/>
        <pc:sldMkLst>
          <pc:docMk/>
          <pc:sldMk cId="2008652959" sldId="307"/>
        </pc:sldMkLst>
        <pc:spChg chg="del">
          <ac:chgData name="Abishek Kumar" userId="S::abishek.kumar@relevantz.com::7c265475-e175-41a9-aca9-6d70f6004be1" providerId="AD" clId="Web-{38F0033D-1624-D023-27F2-B7D2D1166FA6}" dt="2025-09-24T12:34:03.189" v="54"/>
          <ac:spMkLst>
            <pc:docMk/>
            <pc:sldMk cId="2008652959" sldId="307"/>
            <ac:spMk id="2" creationId="{FDB3B725-8EC5-DE06-02CC-0020F5E4FF6A}"/>
          </ac:spMkLst>
        </pc:spChg>
        <pc:spChg chg="del">
          <ac:chgData name="Abishek Kumar" userId="S::abishek.kumar@relevantz.com::7c265475-e175-41a9-aca9-6d70f6004be1" providerId="AD" clId="Web-{38F0033D-1624-D023-27F2-B7D2D1166FA6}" dt="2025-09-24T12:34:00.345" v="53"/>
          <ac:spMkLst>
            <pc:docMk/>
            <pc:sldMk cId="2008652959" sldId="307"/>
            <ac:spMk id="3" creationId="{22675B20-DBBE-D626-1F79-10F5B6B46F1C}"/>
          </ac:spMkLst>
        </pc:spChg>
        <pc:spChg chg="mod">
          <ac:chgData name="Abishek Kumar" userId="S::abishek.kumar@relevantz.com::7c265475-e175-41a9-aca9-6d70f6004be1" providerId="AD" clId="Web-{38F0033D-1624-D023-27F2-B7D2D1166FA6}" dt="2025-09-24T12:33:53.814" v="52" actId="20577"/>
          <ac:spMkLst>
            <pc:docMk/>
            <pc:sldMk cId="2008652959" sldId="307"/>
            <ac:spMk id="4" creationId="{B5E140AB-1636-0935-4725-A451E7BDFF84}"/>
          </ac:spMkLst>
        </pc:spChg>
        <pc:picChg chg="add mod">
          <ac:chgData name="Abishek Kumar" userId="S::abishek.kumar@relevantz.com::7c265475-e175-41a9-aca9-6d70f6004be1" providerId="AD" clId="Web-{38F0033D-1624-D023-27F2-B7D2D1166FA6}" dt="2025-09-24T12:35:07.846" v="63" actId="1076"/>
          <ac:picMkLst>
            <pc:docMk/>
            <pc:sldMk cId="2008652959" sldId="307"/>
            <ac:picMk id="6" creationId="{289A90EC-700C-22A2-0CEC-6196CC142BA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1aa32a186c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1aa32a186c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3bca8f19a_0_5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f3bca8f19a_0_5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1f6ba1f106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1f6ba1f106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levantz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hyperlink" Target="https://www.linkedin.com/company/relevantz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line heading cover slide - White BG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title"/>
          </p:nvPr>
        </p:nvSpPr>
        <p:spPr>
          <a:xfrm>
            <a:off x="3613500" y="1606150"/>
            <a:ext cx="5073300" cy="13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Proxima Nova"/>
              <a:buNone/>
              <a:defRPr sz="4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8" name="Google Shape;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201" y="495088"/>
            <a:ext cx="1774800" cy="41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3651850" y="3111025"/>
            <a:ext cx="50349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/>
          <p:nvPr/>
        </p:nvSpPr>
        <p:spPr>
          <a:xfrm>
            <a:off x="4289176" y="4549638"/>
            <a:ext cx="442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© 2025 Relevantz Technology Services, Inc. All rights reserved.</a:t>
            </a:r>
            <a:endParaRPr sz="800">
              <a:solidFill>
                <a:schemeClr val="accent1"/>
              </a:solidFill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40811"/>
            <a:ext cx="3184312" cy="3702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" userDrawn="1">
  <p:cSld name="Single column text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9;p5">
            <a:extLst>
              <a:ext uri="{FF2B5EF4-FFF2-40B4-BE49-F238E27FC236}">
                <a16:creationId xmlns:a16="http://schemas.microsoft.com/office/drawing/2014/main" id="{3464EB81-D24D-43E3-B341-0D082C7DB1C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" y="964700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30;p5">
            <a:extLst>
              <a:ext uri="{FF2B5EF4-FFF2-40B4-BE49-F238E27FC236}">
                <a16:creationId xmlns:a16="http://schemas.microsoft.com/office/drawing/2014/main" id="{013D9549-FDEF-4363-A012-04365AD2F56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200" y="1293950"/>
            <a:ext cx="81983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2880">
              <a:spcBef>
                <a:spcPts val="0"/>
              </a:spcBef>
              <a:spcAft>
                <a:spcPts val="300"/>
              </a:spcAft>
              <a:buSzPts val="14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1" name="Google Shape;33;p5">
            <a:extLst>
              <a:ext uri="{FF2B5EF4-FFF2-40B4-BE49-F238E27FC236}">
                <a16:creationId xmlns:a16="http://schemas.microsoft.com/office/drawing/2014/main" id="{911A31A9-6433-420F-92AE-802D91A62CB2}"/>
              </a:ext>
            </a:extLst>
          </p:cNvPr>
          <p:cNvSpPr txBox="1"/>
          <p:nvPr userDrawn="1"/>
        </p:nvSpPr>
        <p:spPr>
          <a:xfrm>
            <a:off x="3781329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99999"/>
                </a:solidFill>
                <a:highlight>
                  <a:srgbClr val="FFFFFF"/>
                </a:highlight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For Internal Use Only</a:t>
            </a:r>
            <a:endParaRPr sz="800">
              <a:solidFill>
                <a:srgbClr val="999999"/>
              </a:solidFill>
              <a:highlight>
                <a:srgbClr val="FFFFFF"/>
              </a:highlight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sp>
        <p:nvSpPr>
          <p:cNvPr id="12" name="Google Shape;35;p5">
            <a:extLst>
              <a:ext uri="{FF2B5EF4-FFF2-40B4-BE49-F238E27FC236}">
                <a16:creationId xmlns:a16="http://schemas.microsoft.com/office/drawing/2014/main" id="{9DECB815-5315-4373-98D8-85EC6D77AE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319"/>
            <a:ext cx="8217300" cy="639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152;p22">
            <a:extLst>
              <a:ext uri="{FF2B5EF4-FFF2-40B4-BE49-F238E27FC236}">
                <a16:creationId xmlns:a16="http://schemas.microsoft.com/office/drawing/2014/main" id="{DD64DBBC-9D49-4852-A580-FE30730C39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3909" y="4731900"/>
            <a:ext cx="463905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coulmn" userDrawn="1">
  <p:cSld name="Two column text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25;p4">
            <a:extLst>
              <a:ext uri="{FF2B5EF4-FFF2-40B4-BE49-F238E27FC236}">
                <a16:creationId xmlns:a16="http://schemas.microsoft.com/office/drawing/2014/main" id="{659C30BB-4699-4B9A-8C56-8FAADAD0374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8;p4">
            <a:extLst>
              <a:ext uri="{FF2B5EF4-FFF2-40B4-BE49-F238E27FC236}">
                <a16:creationId xmlns:a16="http://schemas.microsoft.com/office/drawing/2014/main" id="{A95EC9C7-2A31-4DAB-A5BF-868E04DA1DDC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33;p5">
            <a:extLst>
              <a:ext uri="{FF2B5EF4-FFF2-40B4-BE49-F238E27FC236}">
                <a16:creationId xmlns:a16="http://schemas.microsoft.com/office/drawing/2014/main" id="{77AD9DB3-D4DF-43AD-A2B2-CA5C4531EA20}"/>
              </a:ext>
            </a:extLst>
          </p:cNvPr>
          <p:cNvSpPr txBox="1"/>
          <p:nvPr userDrawn="1"/>
        </p:nvSpPr>
        <p:spPr>
          <a:xfrm>
            <a:off x="3781329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99999"/>
                </a:solidFill>
                <a:highlight>
                  <a:srgbClr val="FFFFFF"/>
                </a:highlight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For Internal Use Only</a:t>
            </a:r>
            <a:endParaRPr sz="800">
              <a:solidFill>
                <a:srgbClr val="999999"/>
              </a:solidFill>
              <a:highlight>
                <a:srgbClr val="FFFFFF"/>
              </a:highlight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sp>
        <p:nvSpPr>
          <p:cNvPr id="14" name="Google Shape;35;p5">
            <a:extLst>
              <a:ext uri="{FF2B5EF4-FFF2-40B4-BE49-F238E27FC236}">
                <a16:creationId xmlns:a16="http://schemas.microsoft.com/office/drawing/2014/main" id="{8ED7C7C5-CC16-4C0C-AEA0-622F6B0D74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319"/>
            <a:ext cx="8217300" cy="639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2;p22">
            <a:extLst>
              <a:ext uri="{FF2B5EF4-FFF2-40B4-BE49-F238E27FC236}">
                <a16:creationId xmlns:a16="http://schemas.microsoft.com/office/drawing/2014/main" id="{49278B02-5C06-4349-A09D-4185ABE6AE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3909" y="4731900"/>
            <a:ext cx="463905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" name="Google Shape;29;p5">
            <a:extLst>
              <a:ext uri="{FF2B5EF4-FFF2-40B4-BE49-F238E27FC236}">
                <a16:creationId xmlns:a16="http://schemas.microsoft.com/office/drawing/2014/main" id="{70868374-714F-4101-B66E-DE85DD0E45A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" y="964700"/>
            <a:ext cx="8236966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30;p5">
            <a:extLst>
              <a:ext uri="{FF2B5EF4-FFF2-40B4-BE49-F238E27FC236}">
                <a16:creationId xmlns:a16="http://schemas.microsoft.com/office/drawing/2014/main" id="{98C3FD85-401D-422D-8612-77FE99F71C5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200" y="1293950"/>
            <a:ext cx="40136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0000">
              <a:spcBef>
                <a:spcPts val="0"/>
              </a:spcBef>
              <a:spcAft>
                <a:spcPts val="300"/>
              </a:spcAft>
              <a:buSzPts val="14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8" name="Google Shape;29;p5">
            <a:extLst>
              <a:ext uri="{FF2B5EF4-FFF2-40B4-BE49-F238E27FC236}">
                <a16:creationId xmlns:a16="http://schemas.microsoft.com/office/drawing/2014/main" id="{09970362-6C77-444F-8CA3-DA481908989C}"/>
              </a:ext>
            </a:extLst>
          </p:cNvPr>
          <p:cNvSpPr txBox="1">
            <a:spLocks/>
          </p:cNvSpPr>
          <p:nvPr userDrawn="1"/>
        </p:nvSpPr>
        <p:spPr>
          <a:xfrm>
            <a:off x="4671264" y="959532"/>
            <a:ext cx="4022902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1" i="0" u="none" strike="noStrike" cap="none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Google Shape;30;p5">
            <a:extLst>
              <a:ext uri="{FF2B5EF4-FFF2-40B4-BE49-F238E27FC236}">
                <a16:creationId xmlns:a16="http://schemas.microsoft.com/office/drawing/2014/main" id="{BC550C1D-C4C1-476F-826B-C5E3C92715E0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4671264" y="1288782"/>
            <a:ext cx="40136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0000">
              <a:spcBef>
                <a:spcPts val="0"/>
              </a:spcBef>
              <a:spcAft>
                <a:spcPts val="300"/>
              </a:spcAft>
              <a:buSzPts val="14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 with image" userDrawn="1">
  <p:cSld name="Text and imag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>
            <a:spLocks noGrp="1"/>
          </p:cNvSpPr>
          <p:nvPr>
            <p:ph type="pic" idx="2"/>
          </p:nvPr>
        </p:nvSpPr>
        <p:spPr>
          <a:xfrm>
            <a:off x="5027125" y="0"/>
            <a:ext cx="41169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0" name="Google Shape;35;p5">
            <a:extLst>
              <a:ext uri="{FF2B5EF4-FFF2-40B4-BE49-F238E27FC236}">
                <a16:creationId xmlns:a16="http://schemas.microsoft.com/office/drawing/2014/main" id="{63C9CD37-8FE2-431B-91A4-8D6BBC79954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7;p5">
            <a:extLst>
              <a:ext uri="{FF2B5EF4-FFF2-40B4-BE49-F238E27FC236}">
                <a16:creationId xmlns:a16="http://schemas.microsoft.com/office/drawing/2014/main" id="{B187FBF1-75B2-4487-888C-D8C17677098C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9;p5">
            <a:extLst>
              <a:ext uri="{FF2B5EF4-FFF2-40B4-BE49-F238E27FC236}">
                <a16:creationId xmlns:a16="http://schemas.microsoft.com/office/drawing/2014/main" id="{6BAC960E-61E9-4B30-A265-2AA40AC2BA4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" y="964700"/>
            <a:ext cx="4022902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30;p5">
            <a:extLst>
              <a:ext uri="{FF2B5EF4-FFF2-40B4-BE49-F238E27FC236}">
                <a16:creationId xmlns:a16="http://schemas.microsoft.com/office/drawing/2014/main" id="{3BD8CE17-9818-4C30-9BCC-867550EBE3F1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57200" y="1293950"/>
            <a:ext cx="40136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0000">
              <a:spcBef>
                <a:spcPts val="0"/>
              </a:spcBef>
              <a:spcAft>
                <a:spcPts val="300"/>
              </a:spcAft>
              <a:buSzPts val="14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4" name="Google Shape;35;p5">
            <a:extLst>
              <a:ext uri="{FF2B5EF4-FFF2-40B4-BE49-F238E27FC236}">
                <a16:creationId xmlns:a16="http://schemas.microsoft.com/office/drawing/2014/main" id="{2489AF19-4508-4B62-AB2F-27C6A98A4A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319"/>
            <a:ext cx="4449097" cy="639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2;p22">
            <a:extLst>
              <a:ext uri="{FF2B5EF4-FFF2-40B4-BE49-F238E27FC236}">
                <a16:creationId xmlns:a16="http://schemas.microsoft.com/office/drawing/2014/main" id="{E70538C3-5A66-428B-A7A5-F750FDF841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15980" y="4731900"/>
            <a:ext cx="463905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" name="Google Shape;33;p5">
            <a:extLst>
              <a:ext uri="{FF2B5EF4-FFF2-40B4-BE49-F238E27FC236}">
                <a16:creationId xmlns:a16="http://schemas.microsoft.com/office/drawing/2014/main" id="{F894F014-2233-4FE1-9D94-98F6A7E719A0}"/>
              </a:ext>
            </a:extLst>
          </p:cNvPr>
          <p:cNvSpPr txBox="1"/>
          <p:nvPr userDrawn="1"/>
        </p:nvSpPr>
        <p:spPr>
          <a:xfrm>
            <a:off x="3338028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99999"/>
                </a:solidFill>
                <a:highlight>
                  <a:srgbClr val="FFFFFF"/>
                </a:highlight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For Internal Use Only</a:t>
            </a:r>
            <a:endParaRPr sz="800">
              <a:solidFill>
                <a:srgbClr val="999999"/>
              </a:solidFill>
              <a:highlight>
                <a:srgbClr val="FFFFFF"/>
              </a:highlight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file desciption" userDrawn="1">
  <p:cSld name="Biography slid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8961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3"/>
          </p:nvPr>
        </p:nvSpPr>
        <p:spPr>
          <a:xfrm>
            <a:off x="4505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2880" algn="ctr" rtl="0">
              <a:spcBef>
                <a:spcPts val="0"/>
              </a:spcBef>
              <a:spcAft>
                <a:spcPts val="300"/>
              </a:spcAft>
              <a:buSzPts val="1200"/>
              <a:buFont typeface="Arial" panose="020B0604020202020204" pitchFamily="34" charset="0"/>
              <a:buChar char="•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04800" algn="ctr" rtl="0">
              <a:spcBef>
                <a:spcPts val="400"/>
              </a:spcBef>
              <a:spcAft>
                <a:spcPts val="4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38593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5"/>
          </p:nvPr>
        </p:nvSpPr>
        <p:spPr>
          <a:xfrm>
            <a:off x="34137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2880" algn="ctr" rtl="0">
              <a:spcBef>
                <a:spcPts val="0"/>
              </a:spcBef>
              <a:spcAft>
                <a:spcPts val="300"/>
              </a:spcAft>
              <a:buSzPts val="1200"/>
              <a:buFont typeface="Arial" panose="020B0604020202020204" pitchFamily="34" charset="0"/>
              <a:buChar char="•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04800" algn="ctr" rtl="0">
              <a:spcBef>
                <a:spcPts val="400"/>
              </a:spcBef>
              <a:spcAft>
                <a:spcPts val="4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6793825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7"/>
          </p:nvPr>
        </p:nvSpPr>
        <p:spPr>
          <a:xfrm>
            <a:off x="6348175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2880" algn="ctr" rtl="0">
              <a:spcBef>
                <a:spcPts val="0"/>
              </a:spcBef>
              <a:spcAft>
                <a:spcPts val="300"/>
              </a:spcAft>
              <a:buSzPts val="1200"/>
              <a:buFont typeface="Arial" panose="020B0604020202020204" pitchFamily="34" charset="0"/>
              <a:buChar char="•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04800" algn="ctr" rtl="0">
              <a:spcBef>
                <a:spcPts val="400"/>
              </a:spcBef>
              <a:spcAft>
                <a:spcPts val="4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50" name="Google Shape;5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33;p5">
            <a:extLst>
              <a:ext uri="{FF2B5EF4-FFF2-40B4-BE49-F238E27FC236}">
                <a16:creationId xmlns:a16="http://schemas.microsoft.com/office/drawing/2014/main" id="{FB137F9B-934A-4E7A-A4C3-FD847094740C}"/>
              </a:ext>
            </a:extLst>
          </p:cNvPr>
          <p:cNvSpPr txBox="1"/>
          <p:nvPr userDrawn="1"/>
        </p:nvSpPr>
        <p:spPr>
          <a:xfrm>
            <a:off x="3781329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99999"/>
                </a:solidFill>
                <a:highlight>
                  <a:srgbClr val="FFFFFF"/>
                </a:highlight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For Internal Use Only</a:t>
            </a:r>
            <a:endParaRPr sz="800">
              <a:solidFill>
                <a:srgbClr val="999999"/>
              </a:solidFill>
              <a:highlight>
                <a:srgbClr val="FFFFFF"/>
              </a:highlight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sp>
        <p:nvSpPr>
          <p:cNvPr id="18" name="Google Shape;152;p22">
            <a:extLst>
              <a:ext uri="{FF2B5EF4-FFF2-40B4-BE49-F238E27FC236}">
                <a16:creationId xmlns:a16="http://schemas.microsoft.com/office/drawing/2014/main" id="{DEE2D451-056D-4F97-916A-F9F9C698EA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15980" y="4731900"/>
            <a:ext cx="463905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9" name="Google Shape;29;p5">
            <a:extLst>
              <a:ext uri="{FF2B5EF4-FFF2-40B4-BE49-F238E27FC236}">
                <a16:creationId xmlns:a16="http://schemas.microsoft.com/office/drawing/2014/main" id="{B1128C68-5D67-42E5-8CBA-5060D5D0880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" y="964700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35;p5">
            <a:extLst>
              <a:ext uri="{FF2B5EF4-FFF2-40B4-BE49-F238E27FC236}">
                <a16:creationId xmlns:a16="http://schemas.microsoft.com/office/drawing/2014/main" id="{8D58F2CB-C8CD-488A-8C96-64BAF9A4AA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319"/>
            <a:ext cx="8217300" cy="639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42;p6">
            <a:extLst>
              <a:ext uri="{FF2B5EF4-FFF2-40B4-BE49-F238E27FC236}">
                <a16:creationId xmlns:a16="http://schemas.microsoft.com/office/drawing/2014/main" id="{A145C40F-8E1E-444F-BBDE-497283FC58CA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953750" y="1485825"/>
            <a:ext cx="1322700" cy="1322700"/>
          </a:xfrm>
          <a:prstGeom prst="ellipse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Google Shape;45;p6">
            <a:extLst>
              <a:ext uri="{FF2B5EF4-FFF2-40B4-BE49-F238E27FC236}">
                <a16:creationId xmlns:a16="http://schemas.microsoft.com/office/drawing/2014/main" id="{E5B940B2-F24E-4940-9A33-488118D63AA1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3916950" y="1485825"/>
            <a:ext cx="1322700" cy="1322700"/>
          </a:xfrm>
          <a:prstGeom prst="ellipse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26" name="Google Shape;48;p6">
            <a:extLst>
              <a:ext uri="{FF2B5EF4-FFF2-40B4-BE49-F238E27FC236}">
                <a16:creationId xmlns:a16="http://schemas.microsoft.com/office/drawing/2014/main" id="{E20E0402-AE40-4FED-AC33-611C6DF8324D}"/>
              </a:ext>
            </a:extLst>
          </p:cNvPr>
          <p:cNvSpPr>
            <a:spLocks noGrp="1"/>
          </p:cNvSpPr>
          <p:nvPr>
            <p:ph type="pic" idx="6"/>
          </p:nvPr>
        </p:nvSpPr>
        <p:spPr>
          <a:xfrm>
            <a:off x="6851425" y="1485825"/>
            <a:ext cx="1322700" cy="1322700"/>
          </a:xfrm>
          <a:prstGeom prst="ellipse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 - White ">
  <p:cSld name="Section brea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457200" y="1070150"/>
            <a:ext cx="4769100" cy="25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/>
          <p:nvPr/>
        </p:nvSpPr>
        <p:spPr>
          <a:xfrm rot="10800000" flipH="1">
            <a:off x="457200" y="914411"/>
            <a:ext cx="4769100" cy="273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" name="Google Shape;61;p7"/>
          <p:cNvGrpSpPr/>
          <p:nvPr/>
        </p:nvGrpSpPr>
        <p:grpSpPr>
          <a:xfrm>
            <a:off x="6588505" y="-28"/>
            <a:ext cx="2555491" cy="5143634"/>
            <a:chOff x="6484825" y="114035"/>
            <a:chExt cx="2659200" cy="5029465"/>
          </a:xfrm>
        </p:grpSpPr>
        <p:sp>
          <p:nvSpPr>
            <p:cNvPr id="62" name="Google Shape;62;p7"/>
            <p:cNvSpPr/>
            <p:nvPr/>
          </p:nvSpPr>
          <p:spPr>
            <a:xfrm rot="10800000">
              <a:off x="7629606" y="114035"/>
              <a:ext cx="1514400" cy="2285100"/>
            </a:xfrm>
            <a:prstGeom prst="rtTriangle">
              <a:avLst/>
            </a:prstGeom>
            <a:gradFill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Google Shape;63;p7"/>
            <p:cNvSpPr/>
            <p:nvPr/>
          </p:nvSpPr>
          <p:spPr>
            <a:xfrm rot="-5400000">
              <a:off x="5810725" y="1810200"/>
              <a:ext cx="4007400" cy="265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1">
  <p:cSld name="Thank you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/>
        </p:nvSpPr>
        <p:spPr>
          <a:xfrm>
            <a:off x="2172524" y="1456925"/>
            <a:ext cx="526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accent1"/>
                </a:solidFill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THANK YOU</a:t>
            </a:r>
            <a:endParaRPr sz="4400">
              <a:solidFill>
                <a:schemeClr val="accent1"/>
              </a:solidFill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sp>
        <p:nvSpPr>
          <p:cNvPr id="66" name="Google Shape;66;p8"/>
          <p:cNvSpPr txBox="1">
            <a:spLocks noGrp="1"/>
          </p:cNvSpPr>
          <p:nvPr>
            <p:ph type="subTitle" idx="1"/>
          </p:nvPr>
        </p:nvSpPr>
        <p:spPr>
          <a:xfrm>
            <a:off x="2166199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 l="75973" b="53060"/>
          <a:stretch/>
        </p:blipFill>
        <p:spPr>
          <a:xfrm>
            <a:off x="0" y="3412175"/>
            <a:ext cx="2049152" cy="17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/>
          <p:nvPr/>
        </p:nvSpPr>
        <p:spPr>
          <a:xfrm>
            <a:off x="2166200" y="3363550"/>
            <a:ext cx="6489000" cy="11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alibri" panose="020F0502020204030204" pitchFamily="34" charset="0"/>
                <a:ea typeface="Proxima Nova Semibold"/>
                <a:cs typeface="Calibri" panose="020F0502020204030204" pitchFamily="34" charset="0"/>
                <a:sym typeface="Proxima Nova Semibold"/>
              </a:rPr>
              <a:t>About Relevantz</a:t>
            </a:r>
            <a:endParaRPr>
              <a:solidFill>
                <a:schemeClr val="accent1"/>
              </a:solidFill>
              <a:latin typeface="Calibri" panose="020F0502020204030204" pitchFamily="34" charset="0"/>
              <a:ea typeface="Proxima Nova Semibold"/>
              <a:cs typeface="Calibri" panose="020F0502020204030204" pitchFamily="34" charset="0"/>
              <a:sym typeface="Proxima Nova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Relevantz Technology Services Inc. has been delivering relevant technology solutions for leading enterprises and ISVs for over 25+ years. Our team of 1200+ software engineers across 4 global offices serves customers across the finance, healthcare, insurance, media, telecom, retail, and technology sectors. Learn more at </a:t>
            </a:r>
            <a:r>
              <a:rPr lang="en-US" sz="100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 tooltip="https://www.relevantz.com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www.relevantz.com</a:t>
            </a:r>
            <a:r>
              <a:rPr lang="en-US" sz="100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en-US" sz="100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@relevantztech</a:t>
            </a:r>
            <a:r>
              <a:rPr lang="en-US"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latin typeface="Calibri" panose="020F0502020204030204" pitchFamily="34" charset="0"/>
              <a:ea typeface="Proxima Nova Semibold"/>
              <a:cs typeface="Calibri" panose="020F0502020204030204" pitchFamily="34" charset="0"/>
              <a:sym typeface="Proxima Nova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© 2025 Relevantz Technology Services, Inc. All rights reserved.</a:t>
            </a:r>
            <a:endParaRPr sz="1000"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166199" y="3057550"/>
            <a:ext cx="6492300" cy="279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pic>
        <p:nvPicPr>
          <p:cNvPr id="70" name="Google Shape;70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9500" y="422954"/>
            <a:ext cx="1785676" cy="41595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60E1C-DEA5-906C-2995-14F06B46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849" y="1606150"/>
            <a:ext cx="5040951" cy="691370"/>
          </a:xfrm>
        </p:spPr>
        <p:txBody>
          <a:bodyPr/>
          <a:lstStyle/>
          <a:p>
            <a:r>
              <a:rPr lang="en-GB">
                <a:latin typeface="Calibri"/>
                <a:ea typeface="Calibri"/>
                <a:cs typeface="Calibri"/>
              </a:rPr>
              <a:t>Kubeflow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72067-5E70-0204-9BF6-687ACDF0A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1850" y="2410129"/>
            <a:ext cx="5034900" cy="325800"/>
          </a:xfrm>
        </p:spPr>
        <p:txBody>
          <a:bodyPr/>
          <a:lstStyle/>
          <a:p>
            <a:r>
              <a:rPr lang="en-GB" sz="1400">
                <a:latin typeface="Calibri"/>
                <a:ea typeface="Calibri"/>
                <a:cs typeface="Calibri"/>
              </a:rPr>
              <a:t>End-to-End Machine Learning Made Scalable and Portable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3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CC276F-A417-8730-033D-DBF0E46C7DD4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065588" y="2065338"/>
            <a:ext cx="5078412" cy="814387"/>
          </a:xfrm>
          <a:prstGeom prst="rect">
            <a:avLst/>
          </a:prstGeom>
        </p:spPr>
        <p:txBody>
          <a:bodyPr/>
          <a:lstStyle/>
          <a:p>
            <a:endParaRPr lang="en-US" sz="2400"/>
          </a:p>
          <a:p>
            <a:r>
              <a:rPr lang="en-US" sz="2400">
                <a:latin typeface="Calibri"/>
                <a:ea typeface="Calibri"/>
                <a:cs typeface="Calibri"/>
              </a:rPr>
              <a:t>     </a:t>
            </a:r>
            <a:endParaRPr lang="en-US" sz="24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31048B-6E47-31FA-60D6-0394472F4B07}"/>
              </a:ext>
            </a:extLst>
          </p:cNvPr>
          <p:cNvSpPr txBox="1">
            <a:spLocks/>
          </p:cNvSpPr>
          <p:nvPr/>
        </p:nvSpPr>
        <p:spPr>
          <a:xfrm>
            <a:off x="454075" y="484716"/>
            <a:ext cx="5040951" cy="69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800" b="1">
                <a:latin typeface="Calibri"/>
                <a:ea typeface="Calibri"/>
                <a:cs typeface="Calibri"/>
              </a:rPr>
              <a:t>Agenda</a:t>
            </a:r>
            <a:endParaRPr lang="en-GB" sz="28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60F755-216F-97BA-BC75-6336E062DE0F}"/>
              </a:ext>
            </a:extLst>
          </p:cNvPr>
          <p:cNvSpPr txBox="1"/>
          <p:nvPr/>
        </p:nvSpPr>
        <p:spPr>
          <a:xfrm>
            <a:off x="560294" y="1176617"/>
            <a:ext cx="5163797" cy="19913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Char char="•"/>
            </a:pPr>
            <a:r>
              <a:rPr lang="en-US"/>
              <a:t>What is Kubeflow ?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/>
              <a:t>6WH Model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/>
              <a:t>Live Demo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/>
              <a:t>Q&amp;A</a:t>
            </a:r>
          </a:p>
          <a:p>
            <a:pPr marL="285750" indent="-285750">
              <a:lnSpc>
                <a:spcPct val="150000"/>
              </a:lnSpc>
              <a:buChar char="•"/>
            </a:pPr>
            <a:endParaRPr lang="en-US"/>
          </a:p>
          <a:p>
            <a:pPr marL="285750" indent="-285750">
              <a:lnSpc>
                <a:spcPct val="150000"/>
              </a:lnSpc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3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382C3-1136-06E4-64E5-0B3335AD41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27804" y="1175336"/>
            <a:ext cx="8187517" cy="3246962"/>
          </a:xfrm>
        </p:spPr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An open-source machine learning platform on Kubernetes.</a:t>
            </a:r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Provides tools to build, train, deploy, and manage ML models at scale.</a:t>
            </a:r>
            <a:endParaRPr lang="en-US"/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Designed to simplify ML workflows on cloud &amp; on-prem.</a:t>
            </a:r>
            <a:endParaRPr lang="en-US"/>
          </a:p>
          <a:p>
            <a:pPr marL="91440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  <a:p>
            <a:pPr marL="91440" indent="0">
              <a:buNone/>
            </a:pP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51BE6B-51C4-C18F-40AE-711C5549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What is Kubeflow?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889D4-92C8-9D35-D361-56ECEADECA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pic>
        <p:nvPicPr>
          <p:cNvPr id="2" name="Picture 1" descr="Kubeflow for data scientists ...">
            <a:extLst>
              <a:ext uri="{FF2B5EF4-FFF2-40B4-BE49-F238E27FC236}">
                <a16:creationId xmlns:a16="http://schemas.microsoft.com/office/drawing/2014/main" id="{5BCC0A71-D7C1-A47F-A7A5-F2610768A1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" t="-161" r="338" b="-554"/>
          <a:stretch>
            <a:fillRect/>
          </a:stretch>
        </p:blipFill>
        <p:spPr>
          <a:xfrm>
            <a:off x="5516053" y="2806550"/>
            <a:ext cx="3018176" cy="152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29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021B97-D4E6-4083-8B56-86C15763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Calibri"/>
                <a:ea typeface="Calibri"/>
                <a:cs typeface="Calibri"/>
              </a:rPr>
              <a:t>Components of Kubeflow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1BFF7-D479-6644-0E82-01A35235B4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  <p:pic>
        <p:nvPicPr>
          <p:cNvPr id="9" name="Picture 8" descr="Unleashing the Power of Kubeflow: A Guide to Training Machine Learning  Pipelines (Part 1: Introduction) | by Ines Benameur | Gnomon Digital |  Medium">
            <a:extLst>
              <a:ext uri="{FF2B5EF4-FFF2-40B4-BE49-F238E27FC236}">
                <a16:creationId xmlns:a16="http://schemas.microsoft.com/office/drawing/2014/main" id="{14188942-25AF-F17E-EF6A-A6BA1157D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755" y="916556"/>
            <a:ext cx="3943073" cy="381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E140AB-1636-0935-4725-A451E7BDF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Calibri"/>
                <a:ea typeface="Calibri"/>
                <a:cs typeface="Calibri"/>
              </a:rPr>
              <a:t>ML-Ops Lifecycle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0CE05-33D4-3A60-FD60-90E7BD3C26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pic>
        <p:nvPicPr>
          <p:cNvPr id="6" name="Picture 5" descr="Model Monitoring: The Missing Piece to Your MLOps Puzzle">
            <a:extLst>
              <a:ext uri="{FF2B5EF4-FFF2-40B4-BE49-F238E27FC236}">
                <a16:creationId xmlns:a16="http://schemas.microsoft.com/office/drawing/2014/main" id="{289A90EC-700C-22A2-0CEC-6196CC142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088" y="736275"/>
            <a:ext cx="5395822" cy="367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52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chine Learning on Kubernetes">
            <a:extLst>
              <a:ext uri="{FF2B5EF4-FFF2-40B4-BE49-F238E27FC236}">
                <a16:creationId xmlns:a16="http://schemas.microsoft.com/office/drawing/2014/main" id="{962A3A94-2B1E-30FE-7337-3D65441F6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127" y="1705065"/>
            <a:ext cx="2143125" cy="214312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391C4E7-C53C-AA6E-3D17-9B661502C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Why Kubeflow?</a:t>
            </a:r>
            <a:endParaRPr lang="en-US"/>
          </a:p>
        </p:txBody>
      </p:sp>
      <p:sp>
        <p:nvSpPr>
          <p:cNvPr id="30" name="Cloud 29">
            <a:extLst>
              <a:ext uri="{FF2B5EF4-FFF2-40B4-BE49-F238E27FC236}">
                <a16:creationId xmlns:a16="http://schemas.microsoft.com/office/drawing/2014/main" id="{FAC29779-122E-4E7F-D4D0-FD6EE5C29CCC}"/>
              </a:ext>
            </a:extLst>
          </p:cNvPr>
          <p:cNvSpPr/>
          <p:nvPr/>
        </p:nvSpPr>
        <p:spPr>
          <a:xfrm>
            <a:off x="582761" y="2777790"/>
            <a:ext cx="2740153" cy="1702447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Integrates seamlessly with Kubernetes (containers, scaling, portability).</a:t>
            </a:r>
            <a:endParaRPr lang="en-US"/>
          </a:p>
        </p:txBody>
      </p:sp>
      <p:sp>
        <p:nvSpPr>
          <p:cNvPr id="32" name="Cloud 31">
            <a:extLst>
              <a:ext uri="{FF2B5EF4-FFF2-40B4-BE49-F238E27FC236}">
                <a16:creationId xmlns:a16="http://schemas.microsoft.com/office/drawing/2014/main" id="{5B1C404B-33B3-6999-B9B5-0DD5D83598AE}"/>
              </a:ext>
            </a:extLst>
          </p:cNvPr>
          <p:cNvSpPr/>
          <p:nvPr/>
        </p:nvSpPr>
        <p:spPr>
          <a:xfrm>
            <a:off x="5345417" y="2820921"/>
            <a:ext cx="3333219" cy="1659315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Supports multiple ML frameworks (TensorFlow, </a:t>
            </a:r>
            <a:r>
              <a:rPr lang="en-US" err="1">
                <a:ea typeface="+mn-lt"/>
                <a:cs typeface="+mn-lt"/>
              </a:rPr>
              <a:t>PyTorch</a:t>
            </a:r>
            <a:r>
              <a:rPr lang="en-US">
                <a:ea typeface="+mn-lt"/>
                <a:cs typeface="+mn-lt"/>
              </a:rPr>
              <a:t>, Scikit-learn, </a:t>
            </a:r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, etc.).</a:t>
            </a:r>
            <a:endParaRPr lang="en-US"/>
          </a:p>
        </p:txBody>
      </p:sp>
      <p:sp>
        <p:nvSpPr>
          <p:cNvPr id="31" name="Cloud 30">
            <a:extLst>
              <a:ext uri="{FF2B5EF4-FFF2-40B4-BE49-F238E27FC236}">
                <a16:creationId xmlns:a16="http://schemas.microsoft.com/office/drawing/2014/main" id="{1C58F0C3-6104-E881-D0AE-DB3352F19F34}"/>
              </a:ext>
            </a:extLst>
          </p:cNvPr>
          <p:cNvSpPr/>
          <p:nvPr/>
        </p:nvSpPr>
        <p:spPr>
          <a:xfrm>
            <a:off x="5345416" y="459440"/>
            <a:ext cx="2621541" cy="1659315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Need for reproducibility and scalability.</a:t>
            </a:r>
            <a:endParaRPr lang="en-US"/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F595C6C3-69B1-8BD1-DD63-A8FB00336D3E}"/>
              </a:ext>
            </a:extLst>
          </p:cNvPr>
          <p:cNvSpPr/>
          <p:nvPr/>
        </p:nvSpPr>
        <p:spPr>
          <a:xfrm>
            <a:off x="579324" y="750583"/>
            <a:ext cx="3236171" cy="156226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ML lifecycle (data prep → training → serving) is complex.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2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9F66-2E49-A026-1E0F-0F81311F3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What If Kubeflow is Not Available?</a:t>
            </a:r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DA28CEA1-2429-B081-DE72-AFFF9832FA54}"/>
              </a:ext>
            </a:extLst>
          </p:cNvPr>
          <p:cNvSpPr/>
          <p:nvPr/>
        </p:nvSpPr>
        <p:spPr>
          <a:xfrm>
            <a:off x="458384" y="998169"/>
            <a:ext cx="3485029" cy="496019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Teams manually manage training pipelines.</a:t>
            </a:r>
            <a:endParaRPr lang="en-US"/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90EE9C4E-799A-8365-1004-A80BC7A8B318}"/>
              </a:ext>
            </a:extLst>
          </p:cNvPr>
          <p:cNvSpPr/>
          <p:nvPr/>
        </p:nvSpPr>
        <p:spPr>
          <a:xfrm>
            <a:off x="1083799" y="1882375"/>
            <a:ext cx="3485029" cy="560717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Scaling models across environments becomes hard.</a:t>
            </a:r>
            <a:endParaRPr lang="en-US"/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429C50D1-19F7-30EE-0C3C-992049E7F315}"/>
              </a:ext>
            </a:extLst>
          </p:cNvPr>
          <p:cNvSpPr/>
          <p:nvPr/>
        </p:nvSpPr>
        <p:spPr>
          <a:xfrm>
            <a:off x="458383" y="2809715"/>
            <a:ext cx="3485029" cy="496019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No unified interface for ML pipelines.</a:t>
            </a:r>
            <a:endParaRPr lang="en-US"/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1465D250-1CC1-AB75-C506-4D7D345CDEBF}"/>
              </a:ext>
            </a:extLst>
          </p:cNvPr>
          <p:cNvSpPr/>
          <p:nvPr/>
        </p:nvSpPr>
        <p:spPr>
          <a:xfrm>
            <a:off x="1083798" y="3693924"/>
            <a:ext cx="3485029" cy="496019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Increased DevOps overhead for ML teams.</a:t>
            </a:r>
            <a:endParaRPr lang="en-US"/>
          </a:p>
        </p:txBody>
      </p:sp>
      <p:pic>
        <p:nvPicPr>
          <p:cNvPr id="4" name="Picture 3" descr="IT Downtime Can Cost Businesses Thousands – OrionNetworks">
            <a:extLst>
              <a:ext uri="{FF2B5EF4-FFF2-40B4-BE49-F238E27FC236}">
                <a16:creationId xmlns:a16="http://schemas.microsoft.com/office/drawing/2014/main" id="{711ADB26-ED44-488A-4874-04C78D3F5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777" y="918804"/>
            <a:ext cx="3562709" cy="1699224"/>
          </a:xfrm>
          <a:prstGeom prst="rect">
            <a:avLst/>
          </a:prstGeom>
        </p:spPr>
      </p:pic>
      <p:pic>
        <p:nvPicPr>
          <p:cNvPr id="5" name="Picture 4" descr="System downtime Stock Photos, Royalty Free System downtime Images |  Depositphotos">
            <a:extLst>
              <a:ext uri="{FF2B5EF4-FFF2-40B4-BE49-F238E27FC236}">
                <a16:creationId xmlns:a16="http://schemas.microsoft.com/office/drawing/2014/main" id="{857A6541-61AF-2BA3-272E-52BC07632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716" y="2728104"/>
            <a:ext cx="3547614" cy="17037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2BE32-DBED-8FED-98AB-59CE9558F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What are the Alternatives?</a:t>
            </a:r>
          </a:p>
          <a:p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3C01305-1BE1-BEB8-4D89-5F1C85AFA51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110639"/>
            <a:ext cx="4715385" cy="1618727"/>
          </a:xfrm>
        </p:spPr>
        <p:txBody>
          <a:bodyPr/>
          <a:lstStyle/>
          <a:p>
            <a:r>
              <a:rPr lang="en-US" b="1" err="1">
                <a:latin typeface="Calibri"/>
                <a:ea typeface="Calibri"/>
                <a:cs typeface="Calibri"/>
              </a:rPr>
              <a:t>MLflow</a:t>
            </a:r>
            <a:r>
              <a:rPr lang="en-US" b="1">
                <a:latin typeface="Calibri"/>
                <a:ea typeface="Calibri"/>
                <a:cs typeface="Calibri"/>
              </a:rPr>
              <a:t> </a:t>
            </a:r>
            <a:r>
              <a:rPr lang="en-US">
                <a:latin typeface="Calibri"/>
                <a:ea typeface="Calibri"/>
                <a:cs typeface="Calibri"/>
              </a:rPr>
              <a:t>– great for experiment tracking &amp; deployment.</a:t>
            </a:r>
            <a:endParaRPr lang="en-US"/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Airflow </a:t>
            </a:r>
            <a:r>
              <a:rPr lang="en-US">
                <a:latin typeface="Calibri"/>
                <a:ea typeface="Calibri"/>
                <a:cs typeface="Calibri"/>
              </a:rPr>
              <a:t>– for pipeline orchestration, not ML-native.</a:t>
            </a:r>
            <a:endParaRPr lang="en-US"/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1">
                <a:latin typeface="Calibri"/>
                <a:ea typeface="Calibri"/>
                <a:cs typeface="Calibri"/>
              </a:rPr>
              <a:t>SageMaker </a:t>
            </a:r>
            <a:r>
              <a:rPr lang="en-US">
                <a:latin typeface="Calibri"/>
                <a:ea typeface="Calibri"/>
                <a:cs typeface="Calibri"/>
              </a:rPr>
              <a:t>(AWS), </a:t>
            </a:r>
            <a:r>
              <a:rPr lang="en-US" b="1">
                <a:latin typeface="Calibri"/>
                <a:ea typeface="Calibri"/>
                <a:cs typeface="Calibri"/>
              </a:rPr>
              <a:t>Vertex AI</a:t>
            </a:r>
            <a:r>
              <a:rPr lang="en-US">
                <a:latin typeface="Calibri"/>
                <a:ea typeface="Calibri"/>
                <a:cs typeface="Calibri"/>
              </a:rPr>
              <a:t> (GCP), </a:t>
            </a:r>
            <a:r>
              <a:rPr lang="en-US" b="1">
                <a:latin typeface="Calibri"/>
                <a:ea typeface="Calibri"/>
                <a:cs typeface="Calibri"/>
              </a:rPr>
              <a:t>Azure ML</a:t>
            </a:r>
            <a:r>
              <a:rPr lang="en-US">
                <a:latin typeface="Calibri"/>
                <a:ea typeface="Calibri"/>
                <a:cs typeface="Calibri"/>
              </a:rPr>
              <a:t> – managed services.</a:t>
            </a:r>
          </a:p>
          <a:p>
            <a:pPr marL="91440" indent="0">
              <a:buNone/>
            </a:pPr>
            <a:endParaRPr lang="en-US"/>
          </a:p>
          <a:p>
            <a:pPr marL="91440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  <a:p>
            <a:pPr marL="91440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3" name="Picture 2" descr="What is MLflow? Streamline Your ML ...">
            <a:extLst>
              <a:ext uri="{FF2B5EF4-FFF2-40B4-BE49-F238E27FC236}">
                <a16:creationId xmlns:a16="http://schemas.microsoft.com/office/drawing/2014/main" id="{A5A7FDA9-068E-4DD6-D59F-C9D6975C4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921" y="603580"/>
            <a:ext cx="2216809" cy="981795"/>
          </a:xfrm>
          <a:prstGeom prst="rect">
            <a:avLst/>
          </a:prstGeom>
        </p:spPr>
      </p:pic>
      <p:pic>
        <p:nvPicPr>
          <p:cNvPr id="5" name="Picture 4" descr="Apache Airflow - Wikipedia">
            <a:extLst>
              <a:ext uri="{FF2B5EF4-FFF2-40B4-BE49-F238E27FC236}">
                <a16:creationId xmlns:a16="http://schemas.microsoft.com/office/drawing/2014/main" id="{D96F4692-5CC3-671E-349D-48D815866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303" y="2146989"/>
            <a:ext cx="2220045" cy="827957"/>
          </a:xfrm>
          <a:prstGeom prst="rect">
            <a:avLst/>
          </a:prstGeom>
        </p:spPr>
      </p:pic>
      <p:pic>
        <p:nvPicPr>
          <p:cNvPr id="6" name="Picture 5" descr="AWS SageMaker - Unimedia Technology">
            <a:extLst>
              <a:ext uri="{FF2B5EF4-FFF2-40B4-BE49-F238E27FC236}">
                <a16:creationId xmlns:a16="http://schemas.microsoft.com/office/drawing/2014/main" id="{C42F79C5-7CF6-55B4-3FF6-5129497AC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528" y="3394314"/>
            <a:ext cx="2367772" cy="834966"/>
          </a:xfrm>
          <a:prstGeom prst="rect">
            <a:avLst/>
          </a:prstGeom>
        </p:spPr>
      </p:pic>
      <p:pic>
        <p:nvPicPr>
          <p:cNvPr id="11" name="Picture 10" descr="Google Cloud MLOps Platform ...">
            <a:extLst>
              <a:ext uri="{FF2B5EF4-FFF2-40B4-BE49-F238E27FC236}">
                <a16:creationId xmlns:a16="http://schemas.microsoft.com/office/drawing/2014/main" id="{784EA4E7-228B-37FC-7A04-A28C6B907C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873" y="3367266"/>
            <a:ext cx="1788904" cy="856712"/>
          </a:xfrm>
          <a:prstGeom prst="rect">
            <a:avLst/>
          </a:prstGeom>
        </p:spPr>
      </p:pic>
      <p:pic>
        <p:nvPicPr>
          <p:cNvPr id="12" name="Picture 11" descr="Azure Machine Learning ...">
            <a:extLst>
              <a:ext uri="{FF2B5EF4-FFF2-40B4-BE49-F238E27FC236}">
                <a16:creationId xmlns:a16="http://schemas.microsoft.com/office/drawing/2014/main" id="{1424A119-0097-B2AB-86B6-23F4EEC682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4288" y="3363493"/>
            <a:ext cx="1785849" cy="86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5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5060-0E2F-2741-C756-C91FF9832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When to Use Kubeflow?</a:t>
            </a:r>
            <a:endParaRPr lang="en-US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6E8D713-530C-F842-0969-0BD968601F26}"/>
              </a:ext>
            </a:extLst>
          </p:cNvPr>
          <p:cNvSpPr/>
          <p:nvPr/>
        </p:nvSpPr>
        <p:spPr>
          <a:xfrm>
            <a:off x="190922" y="2784345"/>
            <a:ext cx="3573408" cy="444641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Multi-cloud or hybrid ML setup.</a:t>
            </a:r>
            <a:endParaRPr lang="en-US"/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3C21DEF1-633D-49C8-F5FE-5DCFA9CAB14F}"/>
              </a:ext>
            </a:extLst>
          </p:cNvPr>
          <p:cNvSpPr/>
          <p:nvPr/>
        </p:nvSpPr>
        <p:spPr>
          <a:xfrm>
            <a:off x="190924" y="1954052"/>
            <a:ext cx="3573407" cy="433858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Need end-to-end workflow orchestration.</a:t>
            </a:r>
            <a:endParaRPr lang="en-US"/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EEB48BF1-A53F-2D43-003B-ED0AA4F88915}"/>
              </a:ext>
            </a:extLst>
          </p:cNvPr>
          <p:cNvSpPr/>
          <p:nvPr/>
        </p:nvSpPr>
        <p:spPr>
          <a:xfrm>
            <a:off x="190924" y="3603854"/>
            <a:ext cx="3573407" cy="455424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Use cases: Recommendation systems, fraud detection, NLP, computer vision.</a:t>
            </a:r>
            <a:endParaRPr lang="en-US"/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B7C657D7-7CD4-1E37-A058-D8EDC18D30F0}"/>
              </a:ext>
            </a:extLst>
          </p:cNvPr>
          <p:cNvSpPr/>
          <p:nvPr/>
        </p:nvSpPr>
        <p:spPr>
          <a:xfrm>
            <a:off x="190922" y="1069842"/>
            <a:ext cx="3573409" cy="444641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When running ML workloads on Kubernetes clusters.</a:t>
            </a:r>
            <a:endParaRPr lang="en-US"/>
          </a:p>
        </p:txBody>
      </p:sp>
      <p:pic>
        <p:nvPicPr>
          <p:cNvPr id="6" name="Picture 5" descr="Architecture | Kubeflow">
            <a:extLst>
              <a:ext uri="{FF2B5EF4-FFF2-40B4-BE49-F238E27FC236}">
                <a16:creationId xmlns:a16="http://schemas.microsoft.com/office/drawing/2014/main" id="{B2BF5B00-5A8D-1B4F-582C-D338E9C49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581" y="1066711"/>
            <a:ext cx="4309074" cy="298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75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62C63-2EBE-0AB8-120E-0A550C96C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Best Scenarios for Kubeflow</a:t>
            </a:r>
            <a:endParaRPr lang="en-US"/>
          </a:p>
        </p:txBody>
      </p:sp>
      <p:sp>
        <p:nvSpPr>
          <p:cNvPr id="24" name="Flowchart: Off-page Connector 23">
            <a:extLst>
              <a:ext uri="{FF2B5EF4-FFF2-40B4-BE49-F238E27FC236}">
                <a16:creationId xmlns:a16="http://schemas.microsoft.com/office/drawing/2014/main" id="{407BDEDC-C8DF-A7D1-C9B9-D07934DF99D3}"/>
              </a:ext>
            </a:extLst>
          </p:cNvPr>
          <p:cNvSpPr/>
          <p:nvPr/>
        </p:nvSpPr>
        <p:spPr>
          <a:xfrm>
            <a:off x="465783" y="1024808"/>
            <a:ext cx="4111290" cy="52773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Enterprises with existing Kubernetes infra.</a:t>
            </a:r>
            <a:endParaRPr lang="en-US"/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2F7413EF-5060-25B4-E7AF-17D5C385EAA4}"/>
              </a:ext>
            </a:extLst>
          </p:cNvPr>
          <p:cNvSpPr/>
          <p:nvPr/>
        </p:nvSpPr>
        <p:spPr>
          <a:xfrm>
            <a:off x="465783" y="1844317"/>
            <a:ext cx="4111290" cy="52773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Teams needing scalable model training with GPUs/TPUs.</a:t>
            </a:r>
            <a:endParaRPr lang="en-US"/>
          </a:p>
        </p:txBody>
      </p:sp>
      <p:sp>
        <p:nvSpPr>
          <p:cNvPr id="5" name="Flowchart: Off-page Connector 4">
            <a:extLst>
              <a:ext uri="{FF2B5EF4-FFF2-40B4-BE49-F238E27FC236}">
                <a16:creationId xmlns:a16="http://schemas.microsoft.com/office/drawing/2014/main" id="{90D4E112-875E-FDBC-E904-A9C87316B85F}"/>
              </a:ext>
            </a:extLst>
          </p:cNvPr>
          <p:cNvSpPr/>
          <p:nvPr/>
        </p:nvSpPr>
        <p:spPr>
          <a:xfrm>
            <a:off x="455000" y="2706958"/>
            <a:ext cx="4111290" cy="52773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ML teams collaborating with DevOps.</a:t>
            </a:r>
            <a:endParaRPr lang="en-US"/>
          </a:p>
        </p:txBody>
      </p:sp>
      <p:sp>
        <p:nvSpPr>
          <p:cNvPr id="7" name="Flowchart: Off-page Connector 6">
            <a:extLst>
              <a:ext uri="{FF2B5EF4-FFF2-40B4-BE49-F238E27FC236}">
                <a16:creationId xmlns:a16="http://schemas.microsoft.com/office/drawing/2014/main" id="{7BB295B9-1C6A-BF23-2121-EEB74CC29666}"/>
              </a:ext>
            </a:extLst>
          </p:cNvPr>
          <p:cNvSpPr/>
          <p:nvPr/>
        </p:nvSpPr>
        <p:spPr>
          <a:xfrm>
            <a:off x="465782" y="3558817"/>
            <a:ext cx="4111290" cy="52773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Multi-tenant ML environments.</a:t>
            </a:r>
            <a:endParaRPr lang="en-US"/>
          </a:p>
        </p:txBody>
      </p:sp>
      <p:pic>
        <p:nvPicPr>
          <p:cNvPr id="6" name="Picture 5" descr="Building Your First Kubeflow Pipeline: A Comprehensive Guide">
            <a:extLst>
              <a:ext uri="{FF2B5EF4-FFF2-40B4-BE49-F238E27FC236}">
                <a16:creationId xmlns:a16="http://schemas.microsoft.com/office/drawing/2014/main" id="{375967FC-D560-0049-FAC7-6B970225B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357" y="922936"/>
            <a:ext cx="3653286" cy="1658609"/>
          </a:xfrm>
          <a:prstGeom prst="rect">
            <a:avLst/>
          </a:prstGeom>
        </p:spPr>
      </p:pic>
      <p:pic>
        <p:nvPicPr>
          <p:cNvPr id="9" name="Picture 8" descr="Kubeflow: How to Install and Launch Kubeflow on your Local Machine |  Towards Data Science">
            <a:extLst>
              <a:ext uri="{FF2B5EF4-FFF2-40B4-BE49-F238E27FC236}">
                <a16:creationId xmlns:a16="http://schemas.microsoft.com/office/drawing/2014/main" id="{CFAEBBD4-FC89-14BA-AB07-11B6821E1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447" y="2704561"/>
            <a:ext cx="3653107" cy="138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87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DD659A-C80E-AB39-9504-405146D0F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How to implement Kubeflow?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3EE5A-7B62-A02F-DDED-91E3131D32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38A0B-1C1C-F6F1-C4BB-6F99D59145F2}"/>
              </a:ext>
            </a:extLst>
          </p:cNvPr>
          <p:cNvSpPr txBox="1"/>
          <p:nvPr/>
        </p:nvSpPr>
        <p:spPr>
          <a:xfrm>
            <a:off x="661147" y="1038341"/>
            <a:ext cx="7416602" cy="26107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Char char="•"/>
            </a:pPr>
            <a:r>
              <a:rPr lang="en-US"/>
              <a:t>Install Kubeflow on Kubernetes (e.g., via </a:t>
            </a:r>
            <a:r>
              <a:rPr lang="en-US" err="1"/>
              <a:t>kfctl</a:t>
            </a:r>
            <a:r>
              <a:rPr lang="en-US"/>
              <a:t> or </a:t>
            </a:r>
            <a:r>
              <a:rPr lang="en-US" err="1"/>
              <a:t>kubeflow</a:t>
            </a:r>
            <a:r>
              <a:rPr lang="en-US"/>
              <a:t>-manifests).</a:t>
            </a:r>
          </a:p>
          <a:p>
            <a:pPr marL="285750" indent="-285750">
              <a:lnSpc>
                <a:spcPct val="200000"/>
              </a:lnSpc>
              <a:buFont typeface="Arial,Sans-Serif"/>
              <a:buChar char="•"/>
            </a:pPr>
            <a:r>
              <a:rPr lang="en-US"/>
              <a:t>Use Kubeflow Pipelines to design workflows.</a:t>
            </a:r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/>
              <a:t>Train models with distributed frameworks (</a:t>
            </a:r>
            <a:r>
              <a:rPr lang="en-US" err="1"/>
              <a:t>TFJob</a:t>
            </a:r>
            <a:r>
              <a:rPr lang="en-US"/>
              <a:t>, </a:t>
            </a:r>
            <a:r>
              <a:rPr lang="en-US" err="1"/>
              <a:t>PyTorchJob</a:t>
            </a:r>
            <a:r>
              <a:rPr lang="en-US"/>
              <a:t>).</a:t>
            </a:r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/>
              <a:t>Deploy trained models using </a:t>
            </a:r>
            <a:r>
              <a:rPr lang="en-US" err="1"/>
              <a:t>KFServing</a:t>
            </a:r>
            <a:r>
              <a:rPr lang="en-US"/>
              <a:t> or </a:t>
            </a:r>
            <a:r>
              <a:rPr lang="en-US" err="1"/>
              <a:t>KServe</a:t>
            </a:r>
            <a:r>
              <a:rPr lang="en-US"/>
              <a:t>.</a:t>
            </a:r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/>
              <a:t>Monitor performance with Kubeflow Central Dashboard.</a:t>
            </a:r>
          </a:p>
          <a:p>
            <a:pPr marL="285750" indent="-285750">
              <a:lnSpc>
                <a:spcPct val="200000"/>
              </a:lnSpc>
              <a:buChar char="•"/>
            </a:pPr>
            <a:endParaRPr lang="en-US"/>
          </a:p>
        </p:txBody>
      </p:sp>
      <p:pic>
        <p:nvPicPr>
          <p:cNvPr id="6" name="Picture 5" descr="Idea Implementation Plan Presentation ...">
            <a:extLst>
              <a:ext uri="{FF2B5EF4-FFF2-40B4-BE49-F238E27FC236}">
                <a16:creationId xmlns:a16="http://schemas.microsoft.com/office/drawing/2014/main" id="{EE4F3E70-62E2-B1A1-5C28-0C2DBB0AD1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2" b="29651"/>
          <a:stretch>
            <a:fillRect/>
          </a:stretch>
        </p:blipFill>
        <p:spPr>
          <a:xfrm>
            <a:off x="6088183" y="2990940"/>
            <a:ext cx="2448669" cy="13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06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DD3DC-9FB1-ADB3-B2F5-AC20E8106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D56A65-5415-2B27-409F-74C86CFAD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Live POC Demo Example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4F25C-1034-BE8A-0431-2C225149B3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12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FC4D5-17CC-9007-4B6F-5A3C9EF5C049}"/>
              </a:ext>
            </a:extLst>
          </p:cNvPr>
          <p:cNvSpPr txBox="1"/>
          <p:nvPr/>
        </p:nvSpPr>
        <p:spPr>
          <a:xfrm>
            <a:off x="661147" y="1038341"/>
            <a:ext cx="7416602" cy="21798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Char char="•"/>
            </a:pPr>
            <a:r>
              <a:rPr lang="en-US"/>
              <a:t>Deploy Kubeflow on </a:t>
            </a:r>
            <a:r>
              <a:rPr lang="en-US" err="1"/>
              <a:t>Minikube</a:t>
            </a:r>
            <a:r>
              <a:rPr lang="en-US"/>
              <a:t>.</a:t>
            </a:r>
          </a:p>
          <a:p>
            <a:pPr marL="285750" indent="-285750">
              <a:lnSpc>
                <a:spcPct val="200000"/>
              </a:lnSpc>
              <a:buFont typeface="Arial,Sans-Serif"/>
              <a:buChar char="•"/>
            </a:pPr>
            <a:r>
              <a:rPr lang="en-US"/>
              <a:t>Create a pipeline with data preprocessing → training → evaluation.</a:t>
            </a:r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/>
              <a:t>Deploy model via </a:t>
            </a:r>
            <a:r>
              <a:rPr lang="en-US" err="1"/>
              <a:t>KFServing</a:t>
            </a:r>
            <a:r>
              <a:rPr lang="en-US"/>
              <a:t>.</a:t>
            </a:r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/>
              <a:t>Access through Kubeflow dashboard.</a:t>
            </a:r>
          </a:p>
          <a:p>
            <a:pPr marL="285750" indent="-285750">
              <a:lnSpc>
                <a:spcPct val="200000"/>
              </a:lnSpc>
              <a:buChar char="•"/>
            </a:pPr>
            <a:endParaRPr lang="en-US"/>
          </a:p>
        </p:txBody>
      </p:sp>
      <p:pic>
        <p:nvPicPr>
          <p:cNvPr id="2" name="Picture 1" descr="Demo Images – Browse 99,936 Stock Photos, Vectors, and Video | Adobe Stock">
            <a:extLst>
              <a:ext uri="{FF2B5EF4-FFF2-40B4-BE49-F238E27FC236}">
                <a16:creationId xmlns:a16="http://schemas.microsoft.com/office/drawing/2014/main" id="{AC174BEF-4301-6594-DC4A-E6DA0DE09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270" y="3260155"/>
            <a:ext cx="3040093" cy="125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045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EA829-ED78-F1F8-B6D1-5F1A97F23B4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Kubeflow = ML + Kubernetes synergy.</a:t>
            </a:r>
            <a:endParaRPr lang="en-US"/>
          </a:p>
          <a:p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Simplifies ML lifecycle management.</a:t>
            </a:r>
            <a:endParaRPr lang="en-US"/>
          </a:p>
          <a:p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Portable, scalable, cloud-agnostic.</a:t>
            </a:r>
            <a:endParaRPr lang="en-US"/>
          </a:p>
          <a:p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Helps bridge Data Science ↔ DevOps gap.</a:t>
            </a:r>
            <a:endParaRPr lang="en-US"/>
          </a:p>
          <a:p>
            <a:pPr marL="91440" indent="0">
              <a:buNone/>
            </a:pP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259495-6381-71B0-5FC5-E2D58503B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Summary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5A386C-78C3-4349-7FE2-4E7D649610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  <p:pic>
        <p:nvPicPr>
          <p:cNvPr id="7" name="Picture 6" descr="29,400+ Summary Word Stock Photos, Pictures &amp; Royalty-Free Images - iStock">
            <a:extLst>
              <a:ext uri="{FF2B5EF4-FFF2-40B4-BE49-F238E27FC236}">
                <a16:creationId xmlns:a16="http://schemas.microsoft.com/office/drawing/2014/main" id="{F135556A-9432-81D8-3794-1B9D7EF90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895" y="2567258"/>
            <a:ext cx="3598653" cy="156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631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6;p11">
            <a:extLst>
              <a:ext uri="{FF2B5EF4-FFF2-40B4-BE49-F238E27FC236}">
                <a16:creationId xmlns:a16="http://schemas.microsoft.com/office/drawing/2014/main" id="{EAA79655-5D96-EE03-9A2B-A8F96431A149}"/>
              </a:ext>
            </a:extLst>
          </p:cNvPr>
          <p:cNvSpPr txBox="1">
            <a:spLocks/>
          </p:cNvSpPr>
          <p:nvPr/>
        </p:nvSpPr>
        <p:spPr>
          <a:xfrm>
            <a:off x="461928" y="474213"/>
            <a:ext cx="8225022" cy="495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>
                <a:latin typeface="Calibri"/>
                <a:ea typeface="Calibri"/>
                <a:cs typeface="Calibri"/>
              </a:rPr>
              <a:t>Q &amp; A</a:t>
            </a:r>
            <a:endParaRPr lang="en-US" sz="2800" b="1"/>
          </a:p>
        </p:txBody>
      </p:sp>
      <p:pic>
        <p:nvPicPr>
          <p:cNvPr id="2" name="Picture 1" descr="How to Moderate Question-and-Answer Sessions in Your Presentation">
            <a:extLst>
              <a:ext uri="{FF2B5EF4-FFF2-40B4-BE49-F238E27FC236}">
                <a16:creationId xmlns:a16="http://schemas.microsoft.com/office/drawing/2014/main" id="{ACAAFC9E-CFBB-F93B-A6AF-426E4D682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14" y="971227"/>
            <a:ext cx="6258463" cy="339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28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4;p13">
            <a:extLst>
              <a:ext uri="{FF2B5EF4-FFF2-40B4-BE49-F238E27FC236}">
                <a16:creationId xmlns:a16="http://schemas.microsoft.com/office/drawing/2014/main" id="{04C8B130-C31C-CBDB-B65F-6F602C60C2DE}"/>
              </a:ext>
            </a:extLst>
          </p:cNvPr>
          <p:cNvSpPr txBox="1">
            <a:spLocks noGrp="1"/>
          </p:cNvSpPr>
          <p:nvPr/>
        </p:nvSpPr>
        <p:spPr>
          <a:xfrm>
            <a:off x="2189822" y="2412761"/>
            <a:ext cx="3110400" cy="8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>
                <a:solidFill>
                  <a:srgbClr val="063578"/>
                </a:solidFill>
                <a:highlight>
                  <a:srgbClr val="FFFFFF"/>
                </a:highlight>
                <a:latin typeface="Arial"/>
                <a:cs typeface="Arial"/>
              </a:rPr>
              <a:t>Abishek K </a:t>
            </a:r>
            <a:endParaRPr lang="en-US" sz="1600">
              <a:solidFill>
                <a:srgbClr val="063578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>
              <a:lnSpc>
                <a:spcPct val="150000"/>
              </a:lnSpc>
              <a:buSzPts val="1100"/>
              <a:buFont typeface="Arial"/>
            </a:pPr>
            <a:r>
              <a:rPr lang="en-US" sz="1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Junior - Software Engineer</a:t>
            </a:r>
            <a:endParaRPr lang="en-US" sz="1400" b="1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sz="1400" b="1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E37E934965AB40B8C2959C180473A3" ma:contentTypeVersion="13" ma:contentTypeDescription="Create a new document." ma:contentTypeScope="" ma:versionID="b652bdf42f97bf36c4cecc4a137c9e6d">
  <xsd:schema xmlns:xsd="http://www.w3.org/2001/XMLSchema" xmlns:xs="http://www.w3.org/2001/XMLSchema" xmlns:p="http://schemas.microsoft.com/office/2006/metadata/properties" xmlns:ns2="9f6ad64a-8b6b-48eb-ae60-12a54eda0ca9" xmlns:ns3="70328ee1-d215-47f2-9f94-e66745c0848f" targetNamespace="http://schemas.microsoft.com/office/2006/metadata/properties" ma:root="true" ma:fieldsID="ef4dd843760eb6ba715a3d5caabb3102" ns2:_="" ns3:_="">
    <xsd:import namespace="9f6ad64a-8b6b-48eb-ae60-12a54eda0ca9"/>
    <xsd:import namespace="70328ee1-d215-47f2-9f94-e66745c084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6ad64a-8b6b-48eb-ae60-12a54eda0c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156ab42-c15d-4f16-a227-b8fc8443f7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328ee1-d215-47f2-9f94-e66745c0848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c998392-e962-4591-95d1-fdc2e5b3008b}" ma:internalName="TaxCatchAll" ma:showField="CatchAllData" ma:web="70328ee1-d215-47f2-9f94-e66745c084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6ad64a-8b6b-48eb-ae60-12a54eda0ca9">
      <Terms xmlns="http://schemas.microsoft.com/office/infopath/2007/PartnerControls"/>
    </lcf76f155ced4ddcb4097134ff3c332f>
    <TaxCatchAll xmlns="70328ee1-d215-47f2-9f94-e66745c0848f" xsi:nil="true"/>
  </documentManagement>
</p:properties>
</file>

<file path=customXml/itemProps1.xml><?xml version="1.0" encoding="utf-8"?>
<ds:datastoreItem xmlns:ds="http://schemas.openxmlformats.org/officeDocument/2006/customXml" ds:itemID="{E150239C-E3D2-4EFE-92D5-3E234670C775}">
  <ds:schemaRefs>
    <ds:schemaRef ds:uri="70328ee1-d215-47f2-9f94-e66745c0848f"/>
    <ds:schemaRef ds:uri="9f6ad64a-8b6b-48eb-ae60-12a54eda0c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4AB02F5-BA48-41F0-881B-62BF8D5BE8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7B9954-1002-4850-87A6-B3557E4A3004}">
  <ds:schemaRefs>
    <ds:schemaRef ds:uri="70328ee1-d215-47f2-9f94-e66745c0848f"/>
    <ds:schemaRef ds:uri="9f6ad64a-8b6b-48eb-ae60-12a54eda0ca9"/>
    <ds:schemaRef ds:uri="a985ba2b-3265-433f-b90f-f087e6a7e733"/>
    <ds:schemaRef ds:uri="b92b3a10-3cf5-4cf2-9ea4-9e3b3532bf2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Relevantz - Internal Slide Template</vt:lpstr>
      <vt:lpstr>Kubeflow</vt:lpstr>
      <vt:lpstr>PowerPoint Presentation</vt:lpstr>
      <vt:lpstr>What is Kubeflow?</vt:lpstr>
      <vt:lpstr>Components of Kubeflow</vt:lpstr>
      <vt:lpstr>ML-Ops Lifecycle</vt:lpstr>
      <vt:lpstr>Why Kubeflow?</vt:lpstr>
      <vt:lpstr>What If Kubeflow is Not Available?</vt:lpstr>
      <vt:lpstr>What are the Alternatives? </vt:lpstr>
      <vt:lpstr>When to Use Kubeflow?</vt:lpstr>
      <vt:lpstr>Best Scenarios for Kubeflow</vt:lpstr>
      <vt:lpstr>How to implement Kubeflow?</vt:lpstr>
      <vt:lpstr>Live POC Demo Example</vt:lpstr>
      <vt:lpstr>Summary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</dc:title>
  <cp:revision>1</cp:revision>
  <dcterms:modified xsi:type="dcterms:W3CDTF">2025-09-24T12:35:22Z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0x0101006DE37E934965AB40B8C2959C180473A3</vt:lpwstr>
  </property>
  <property fmtid="{D5CDD505-2E9C-101B-9397-08002B2CF9AE}" pid="3" name="Order">
    <vt:r8>12300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MSIP_Label_defa4170-0d19-0005-0004-bc88714345d2_Enabled">
    <vt:lpwstr>true</vt:lpwstr>
  </property>
  <property fmtid="{D5CDD505-2E9C-101B-9397-08002B2CF9AE}" pid="8" name="MSIP_Label_defa4170-0d19-0005-0004-bc88714345d2_SetDate">
    <vt:lpwstr>2024-04-16T09:14:58Z</vt:lpwstr>
  </property>
  <property fmtid="{D5CDD505-2E9C-101B-9397-08002B2CF9AE}" pid="9" name="MSIP_Label_defa4170-0d19-0005-0004-bc88714345d2_Method">
    <vt:lpwstr>Standard</vt:lpwstr>
  </property>
  <property fmtid="{D5CDD505-2E9C-101B-9397-08002B2CF9AE}" pid="10" name="MSIP_Label_defa4170-0d19-0005-0004-bc88714345d2_Name">
    <vt:lpwstr>defa4170-0d19-0005-0004-bc88714345d2</vt:lpwstr>
  </property>
  <property fmtid="{D5CDD505-2E9C-101B-9397-08002B2CF9AE}" pid="11" name="MSIP_Label_defa4170-0d19-0005-0004-bc88714345d2_SiteId">
    <vt:lpwstr>fe66d7b1-c17e-4ba8-a08d-2e146117dc7e</vt:lpwstr>
  </property>
  <property fmtid="{D5CDD505-2E9C-101B-9397-08002B2CF9AE}" pid="12" name="MSIP_Label_defa4170-0d19-0005-0004-bc88714345d2_ActionId">
    <vt:lpwstr>c66ad8e2-d129-43bd-a8ec-5b6df568f088</vt:lpwstr>
  </property>
  <property fmtid="{D5CDD505-2E9C-101B-9397-08002B2CF9AE}" pid="13" name="MSIP_Label_defa4170-0d19-0005-0004-bc88714345d2_ContentBits">
    <vt:lpwstr>0</vt:lpwstr>
  </property>
  <property fmtid="{D5CDD505-2E9C-101B-9397-08002B2CF9AE}" pid="14" name="MediaServiceImageTags">
    <vt:lpwstr/>
  </property>
</Properties>
</file>